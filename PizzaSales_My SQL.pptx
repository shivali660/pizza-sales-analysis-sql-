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FC320-BB23-4D36-82C4-C04905D6581F}" v="47" dt="2026-07-16T06:32:36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li Jain" userId="0496050f68a4edac" providerId="LiveId" clId="{D239CCA3-61A5-4EB9-A4BF-A8D0B2FE7965}"/>
    <pc:docChg chg="undo custSel addSld delSld modSld sldOrd modMainMaster">
      <pc:chgData name="Shivali Jain" userId="0496050f68a4edac" providerId="LiveId" clId="{D239CCA3-61A5-4EB9-A4BF-A8D0B2FE7965}" dt="2026-07-16T06:34:05.616" v="2273" actId="1076"/>
      <pc:docMkLst>
        <pc:docMk/>
      </pc:docMkLst>
      <pc:sldChg chg="addSp modSp mod modTransition">
        <pc:chgData name="Shivali Jain" userId="0496050f68a4edac" providerId="LiveId" clId="{D239CCA3-61A5-4EB9-A4BF-A8D0B2FE7965}" dt="2026-07-15T07:06:31.552" v="2064" actId="14100"/>
        <pc:sldMkLst>
          <pc:docMk/>
          <pc:sldMk cId="3299128268" sldId="256"/>
        </pc:sldMkLst>
        <pc:spChg chg="add mod">
          <ac:chgData name="Shivali Jain" userId="0496050f68a4edac" providerId="LiveId" clId="{D239CCA3-61A5-4EB9-A4BF-A8D0B2FE7965}" dt="2026-07-15T07:03:07.924" v="2056" actId="404"/>
          <ac:spMkLst>
            <pc:docMk/>
            <pc:sldMk cId="3299128268" sldId="256"/>
            <ac:spMk id="4" creationId="{5B554185-ABE1-5692-C6DE-0EB1CFB322D6}"/>
          </ac:spMkLst>
        </pc:spChg>
        <pc:spChg chg="mod">
          <ac:chgData name="Shivali Jain" userId="0496050f68a4edac" providerId="LiveId" clId="{D239CCA3-61A5-4EB9-A4BF-A8D0B2FE7965}" dt="2026-07-15T07:06:25.127" v="2063" actId="2711"/>
          <ac:spMkLst>
            <pc:docMk/>
            <pc:sldMk cId="3299128268" sldId="256"/>
            <ac:spMk id="9" creationId="{676F6646-5405-F5EF-EC0D-28BED4D7DD27}"/>
          </ac:spMkLst>
        </pc:spChg>
        <pc:grpChg chg="mod">
          <ac:chgData name="Shivali Jain" userId="0496050f68a4edac" providerId="LiveId" clId="{D239CCA3-61A5-4EB9-A4BF-A8D0B2FE7965}" dt="2026-07-15T07:06:31.552" v="2064" actId="14100"/>
          <ac:grpSpMkLst>
            <pc:docMk/>
            <pc:sldMk cId="3299128268" sldId="256"/>
            <ac:grpSpMk id="10" creationId="{921374FA-ED2A-0FBD-382E-14B2242C3B9B}"/>
          </ac:grpSpMkLst>
        </pc:grpChg>
      </pc:sldChg>
      <pc:sldChg chg="modSp mod modTransition">
        <pc:chgData name="Shivali Jain" userId="0496050f68a4edac" providerId="LiveId" clId="{D239CCA3-61A5-4EB9-A4BF-A8D0B2FE7965}" dt="2026-07-15T07:00:02.165" v="2026"/>
        <pc:sldMkLst>
          <pc:docMk/>
          <pc:sldMk cId="2657430426" sldId="257"/>
        </pc:sldMkLst>
        <pc:spChg chg="mod">
          <ac:chgData name="Shivali Jain" userId="0496050f68a4edac" providerId="LiveId" clId="{D239CCA3-61A5-4EB9-A4BF-A8D0B2FE7965}" dt="2026-07-14T05:45:42.594" v="1025" actId="20577"/>
          <ac:spMkLst>
            <pc:docMk/>
            <pc:sldMk cId="2657430426" sldId="257"/>
            <ac:spMk id="4" creationId="{F017EF96-C12C-F6AA-2216-A10F547AFC6A}"/>
          </ac:spMkLst>
        </pc:spChg>
      </pc:sldChg>
      <pc:sldChg chg="addSp modSp mod modTransition">
        <pc:chgData name="Shivali Jain" userId="0496050f68a4edac" providerId="LiveId" clId="{D239CCA3-61A5-4EB9-A4BF-A8D0B2FE7965}" dt="2026-07-15T07:00:02.165" v="2026"/>
        <pc:sldMkLst>
          <pc:docMk/>
          <pc:sldMk cId="2362156053" sldId="258"/>
        </pc:sldMkLst>
        <pc:spChg chg="mod">
          <ac:chgData name="Shivali Jain" userId="0496050f68a4edac" providerId="LiveId" clId="{D239CCA3-61A5-4EB9-A4BF-A8D0B2FE7965}" dt="2026-07-14T04:43:00.590" v="0" actId="14100"/>
          <ac:spMkLst>
            <pc:docMk/>
            <pc:sldMk cId="2362156053" sldId="258"/>
            <ac:spMk id="5" creationId="{A43A91B0-C8EE-630D-B956-D76DE44A7F7C}"/>
          </ac:spMkLst>
        </pc:spChg>
        <pc:spChg chg="add mod">
          <ac:chgData name="Shivali Jain" userId="0496050f68a4edac" providerId="LiveId" clId="{D239CCA3-61A5-4EB9-A4BF-A8D0B2FE7965}" dt="2026-07-14T04:44:07.835" v="35" actId="20577"/>
          <ac:spMkLst>
            <pc:docMk/>
            <pc:sldMk cId="2362156053" sldId="258"/>
            <ac:spMk id="6" creationId="{37303E86-2794-690E-4FD6-FAA0012CF04A}"/>
          </ac:spMkLst>
        </pc:spChg>
        <pc:spChg chg="add mod">
          <ac:chgData name="Shivali Jain" userId="0496050f68a4edac" providerId="LiveId" clId="{D239CCA3-61A5-4EB9-A4BF-A8D0B2FE7965}" dt="2026-07-14T04:43:55.211" v="19" actId="20577"/>
          <ac:spMkLst>
            <pc:docMk/>
            <pc:sldMk cId="2362156053" sldId="258"/>
            <ac:spMk id="9" creationId="{AB7440DB-28EE-BD18-8110-958378E86F22}"/>
          </ac:spMkLst>
        </pc:spChg>
        <pc:spChg chg="add mod">
          <ac:chgData name="Shivali Jain" userId="0496050f68a4edac" providerId="LiveId" clId="{D239CCA3-61A5-4EB9-A4BF-A8D0B2FE7965}" dt="2026-07-14T04:49:02.183" v="89" actId="14100"/>
          <ac:spMkLst>
            <pc:docMk/>
            <pc:sldMk cId="2362156053" sldId="258"/>
            <ac:spMk id="12" creationId="{90BDCFE0-3D79-9FA4-C6CE-FA74FAF3FF61}"/>
          </ac:spMkLst>
        </pc:spChg>
        <pc:picChg chg="add mod modCrop">
          <ac:chgData name="Shivali Jain" userId="0496050f68a4edac" providerId="LiveId" clId="{D239CCA3-61A5-4EB9-A4BF-A8D0B2FE7965}" dt="2026-07-14T04:49:11.574" v="90" actId="1076"/>
          <ac:picMkLst>
            <pc:docMk/>
            <pc:sldMk cId="2362156053" sldId="258"/>
            <ac:picMk id="11" creationId="{6A6BCD33-1CA8-0DA7-96DF-D4DA800587D7}"/>
          </ac:picMkLst>
        </pc:picChg>
      </pc:sldChg>
      <pc:sldChg chg="addSp delSp modSp add mod modTransition">
        <pc:chgData name="Shivali Jain" userId="0496050f68a4edac" providerId="LiveId" clId="{D239CCA3-61A5-4EB9-A4BF-A8D0B2FE7965}" dt="2026-07-15T07:00:02.165" v="2026"/>
        <pc:sldMkLst>
          <pc:docMk/>
          <pc:sldMk cId="3633131756" sldId="259"/>
        </pc:sldMkLst>
        <pc:spChg chg="mod">
          <ac:chgData name="Shivali Jain" userId="0496050f68a4edac" providerId="LiveId" clId="{D239CCA3-61A5-4EB9-A4BF-A8D0B2FE7965}" dt="2026-07-14T04:51:29.577" v="143" actId="14100"/>
          <ac:spMkLst>
            <pc:docMk/>
            <pc:sldMk cId="3633131756" sldId="259"/>
            <ac:spMk id="3" creationId="{1136F2F0-66FE-8F7F-9725-E89862D824B7}"/>
          </ac:spMkLst>
        </pc:spChg>
        <pc:spChg chg="mod">
          <ac:chgData name="Shivali Jain" userId="0496050f68a4edac" providerId="LiveId" clId="{D239CCA3-61A5-4EB9-A4BF-A8D0B2FE7965}" dt="2026-07-14T04:55:27.603" v="216" actId="20577"/>
          <ac:spMkLst>
            <pc:docMk/>
            <pc:sldMk cId="3633131756" sldId="259"/>
            <ac:spMk id="12" creationId="{89343E91-7549-26A8-4BB2-31FA103B1DF1}"/>
          </ac:spMkLst>
        </pc:spChg>
        <pc:picChg chg="add mod modCrop">
          <ac:chgData name="Shivali Jain" userId="0496050f68a4edac" providerId="LiveId" clId="{D239CCA3-61A5-4EB9-A4BF-A8D0B2FE7965}" dt="2026-07-14T04:53:34.910" v="159" actId="14100"/>
          <ac:picMkLst>
            <pc:docMk/>
            <pc:sldMk cId="3633131756" sldId="259"/>
            <ac:picMk id="13" creationId="{225A88C8-D519-4F2B-83B4-ECAFAFD5480A}"/>
          </ac:picMkLst>
        </pc:picChg>
        <pc:picChg chg="add mod modCrop">
          <ac:chgData name="Shivali Jain" userId="0496050f68a4edac" providerId="LiveId" clId="{D239CCA3-61A5-4EB9-A4BF-A8D0B2FE7965}" dt="2026-07-14T04:54:33.854" v="165" actId="1076"/>
          <ac:picMkLst>
            <pc:docMk/>
            <pc:sldMk cId="3633131756" sldId="259"/>
            <ac:picMk id="15" creationId="{8E71CA9E-348E-DFF4-5EF1-126573AB77A9}"/>
          </ac:picMkLst>
        </pc:picChg>
      </pc:sldChg>
      <pc:sldChg chg="addSp delSp modSp add mod modTransition">
        <pc:chgData name="Shivali Jain" userId="0496050f68a4edac" providerId="LiveId" clId="{D239CCA3-61A5-4EB9-A4BF-A8D0B2FE7965}" dt="2026-07-15T07:00:02.165" v="2026"/>
        <pc:sldMkLst>
          <pc:docMk/>
          <pc:sldMk cId="1812725165" sldId="260"/>
        </pc:sldMkLst>
        <pc:spChg chg="mod">
          <ac:chgData name="Shivali Jain" userId="0496050f68a4edac" providerId="LiveId" clId="{D239CCA3-61A5-4EB9-A4BF-A8D0B2FE7965}" dt="2026-07-14T04:57:25.304" v="287" actId="14100"/>
          <ac:spMkLst>
            <pc:docMk/>
            <pc:sldMk cId="1812725165" sldId="260"/>
            <ac:spMk id="3" creationId="{13897BB1-DAC5-B3C8-54A4-5DCAE8E2D14C}"/>
          </ac:spMkLst>
        </pc:spChg>
        <pc:spChg chg="mod">
          <ac:chgData name="Shivali Jain" userId="0496050f68a4edac" providerId="LiveId" clId="{D239CCA3-61A5-4EB9-A4BF-A8D0B2FE7965}" dt="2026-07-14T05:04:07.192" v="389" actId="20577"/>
          <ac:spMkLst>
            <pc:docMk/>
            <pc:sldMk cId="1812725165" sldId="260"/>
            <ac:spMk id="12" creationId="{A8459ACB-6073-B1E2-61A5-A97B72D19F60}"/>
          </ac:spMkLst>
        </pc:spChg>
        <pc:picChg chg="add mod modCrop">
          <ac:chgData name="Shivali Jain" userId="0496050f68a4edac" providerId="LiveId" clId="{D239CCA3-61A5-4EB9-A4BF-A8D0B2FE7965}" dt="2026-07-14T05:01:04.463" v="306" actId="14100"/>
          <ac:picMkLst>
            <pc:docMk/>
            <pc:sldMk cId="1812725165" sldId="260"/>
            <ac:picMk id="14" creationId="{B768B287-F2FC-0DE8-9DDC-366602A170FD}"/>
          </ac:picMkLst>
        </pc:picChg>
        <pc:picChg chg="add mod modCrop">
          <ac:chgData name="Shivali Jain" userId="0496050f68a4edac" providerId="LiveId" clId="{D239CCA3-61A5-4EB9-A4BF-A8D0B2FE7965}" dt="2026-07-14T05:01:45.943" v="311" actId="1076"/>
          <ac:picMkLst>
            <pc:docMk/>
            <pc:sldMk cId="1812725165" sldId="260"/>
            <ac:picMk id="17" creationId="{84B4465F-4B27-AD83-419C-AE706C65FBBD}"/>
          </ac:picMkLst>
        </pc:picChg>
      </pc:sldChg>
      <pc:sldChg chg="addSp delSp modSp add mod modTransition">
        <pc:chgData name="Shivali Jain" userId="0496050f68a4edac" providerId="LiveId" clId="{D239CCA3-61A5-4EB9-A4BF-A8D0B2FE7965}" dt="2026-07-15T07:00:02.165" v="2026"/>
        <pc:sldMkLst>
          <pc:docMk/>
          <pc:sldMk cId="2937193149" sldId="261"/>
        </pc:sldMkLst>
        <pc:spChg chg="mod">
          <ac:chgData name="Shivali Jain" userId="0496050f68a4edac" providerId="LiveId" clId="{D239CCA3-61A5-4EB9-A4BF-A8D0B2FE7965}" dt="2026-07-14T05:05:16.830" v="433" actId="14100"/>
          <ac:spMkLst>
            <pc:docMk/>
            <pc:sldMk cId="2937193149" sldId="261"/>
            <ac:spMk id="3" creationId="{F2E7A769-3493-6F34-441C-E49BCD34E701}"/>
          </ac:spMkLst>
        </pc:spChg>
        <pc:spChg chg="mod">
          <ac:chgData name="Shivali Jain" userId="0496050f68a4edac" providerId="LiveId" clId="{D239CCA3-61A5-4EB9-A4BF-A8D0B2FE7965}" dt="2026-07-14T05:14:39.396" v="595" actId="1076"/>
          <ac:spMkLst>
            <pc:docMk/>
            <pc:sldMk cId="2937193149" sldId="261"/>
            <ac:spMk id="12" creationId="{E1DDDC7C-5843-BDDD-5BB9-3FC2877EC442}"/>
          </ac:spMkLst>
        </pc:spChg>
        <pc:picChg chg="add mod modCrop">
          <ac:chgData name="Shivali Jain" userId="0496050f68a4edac" providerId="LiveId" clId="{D239CCA3-61A5-4EB9-A4BF-A8D0B2FE7965}" dt="2026-07-14T05:06:30.382" v="444" actId="14100"/>
          <ac:picMkLst>
            <pc:docMk/>
            <pc:sldMk cId="2937193149" sldId="261"/>
            <ac:picMk id="7" creationId="{D09D044D-6A43-6189-7038-88DA1E8824A9}"/>
          </ac:picMkLst>
        </pc:picChg>
        <pc:picChg chg="add mod modCrop">
          <ac:chgData name="Shivali Jain" userId="0496050f68a4edac" providerId="LiveId" clId="{D239CCA3-61A5-4EB9-A4BF-A8D0B2FE7965}" dt="2026-07-14T05:14:30.382" v="594" actId="1076"/>
          <ac:picMkLst>
            <pc:docMk/>
            <pc:sldMk cId="2937193149" sldId="261"/>
            <ac:picMk id="10" creationId="{2C642572-BFFA-7BE6-77DB-35A0B15BE2DA}"/>
          </ac:picMkLst>
        </pc:picChg>
      </pc:sldChg>
      <pc:sldChg chg="addSp delSp modSp add mod ord modTransition">
        <pc:chgData name="Shivali Jain" userId="0496050f68a4edac" providerId="LiveId" clId="{D239CCA3-61A5-4EB9-A4BF-A8D0B2FE7965}" dt="2026-07-15T07:00:02.165" v="2026"/>
        <pc:sldMkLst>
          <pc:docMk/>
          <pc:sldMk cId="1097226747" sldId="262"/>
        </pc:sldMkLst>
        <pc:spChg chg="mod">
          <ac:chgData name="Shivali Jain" userId="0496050f68a4edac" providerId="LiveId" clId="{D239CCA3-61A5-4EB9-A4BF-A8D0B2FE7965}" dt="2026-07-14T05:10:59.635" v="569" actId="14100"/>
          <ac:spMkLst>
            <pc:docMk/>
            <pc:sldMk cId="1097226747" sldId="262"/>
            <ac:spMk id="3" creationId="{5C428FF2-2E14-C590-A7F7-06742A161215}"/>
          </ac:spMkLst>
        </pc:spChg>
        <pc:graphicFrameChg chg="add mod modGraphic">
          <ac:chgData name="Shivali Jain" userId="0496050f68a4edac" providerId="LiveId" clId="{D239CCA3-61A5-4EB9-A4BF-A8D0B2FE7965}" dt="2026-07-14T05:27:03.812" v="843" actId="1076"/>
          <ac:graphicFrameMkLst>
            <pc:docMk/>
            <pc:sldMk cId="1097226747" sldId="262"/>
            <ac:graphicFrameMk id="17" creationId="{359AC496-C4D1-CCB2-1857-1C3F7FB34733}"/>
          </ac:graphicFrameMkLst>
        </pc:graphicFrameChg>
        <pc:picChg chg="add mod modCrop">
          <ac:chgData name="Shivali Jain" userId="0496050f68a4edac" providerId="LiveId" clId="{D239CCA3-61A5-4EB9-A4BF-A8D0B2FE7965}" dt="2026-07-14T05:26:50.944" v="841" actId="1076"/>
          <ac:picMkLst>
            <pc:docMk/>
            <pc:sldMk cId="1097226747" sldId="262"/>
            <ac:picMk id="8" creationId="{F4F09696-E90F-58B4-4649-F223A6CD5CEC}"/>
          </ac:picMkLst>
        </pc:picChg>
        <pc:picChg chg="add mod modCrop">
          <ac:chgData name="Shivali Jain" userId="0496050f68a4edac" providerId="LiveId" clId="{D239CCA3-61A5-4EB9-A4BF-A8D0B2FE7965}" dt="2026-07-14T05:26:54.582" v="842" actId="1076"/>
          <ac:picMkLst>
            <pc:docMk/>
            <pc:sldMk cId="1097226747" sldId="262"/>
            <ac:picMk id="13" creationId="{620D97F5-D66E-757E-BAA0-C3C0767FF827}"/>
          </ac:picMkLst>
        </pc:picChg>
      </pc:sldChg>
      <pc:sldChg chg="addSp delSp modSp add mod modTransition">
        <pc:chgData name="Shivali Jain" userId="0496050f68a4edac" providerId="LiveId" clId="{D239CCA3-61A5-4EB9-A4BF-A8D0B2FE7965}" dt="2026-07-15T07:00:02.165" v="2026"/>
        <pc:sldMkLst>
          <pc:docMk/>
          <pc:sldMk cId="2698573933" sldId="263"/>
        </pc:sldMkLst>
        <pc:spChg chg="mod">
          <ac:chgData name="Shivali Jain" userId="0496050f68a4edac" providerId="LiveId" clId="{D239CCA3-61A5-4EB9-A4BF-A8D0B2FE7965}" dt="2026-07-14T05:47:14.594" v="1110" actId="1076"/>
          <ac:spMkLst>
            <pc:docMk/>
            <pc:sldMk cId="2698573933" sldId="263"/>
            <ac:spMk id="3" creationId="{B5852599-4D77-27EE-CEC4-A40447259A46}"/>
          </ac:spMkLst>
        </pc:spChg>
        <pc:spChg chg="del mod">
          <ac:chgData name="Shivali Jain" userId="0496050f68a4edac" providerId="LiveId" clId="{D239CCA3-61A5-4EB9-A4BF-A8D0B2FE7965}" dt="2026-07-15T05:24:55.155" v="1189" actId="21"/>
          <ac:spMkLst>
            <pc:docMk/>
            <pc:sldMk cId="2698573933" sldId="263"/>
            <ac:spMk id="12" creationId="{2DE15F50-FE9A-3FCD-3361-7792D090D915}"/>
          </ac:spMkLst>
        </pc:spChg>
        <pc:graphicFrameChg chg="add mod modGraphic">
          <ac:chgData name="Shivali Jain" userId="0496050f68a4edac" providerId="LiveId" clId="{D239CCA3-61A5-4EB9-A4BF-A8D0B2FE7965}" dt="2026-07-15T06:24:24.811" v="1358" actId="20577"/>
          <ac:graphicFrameMkLst>
            <pc:docMk/>
            <pc:sldMk cId="2698573933" sldId="263"/>
            <ac:graphicFrameMk id="15" creationId="{A429D3E9-C728-00D8-50F2-01053B29F5F1}"/>
          </ac:graphicFrameMkLst>
        </pc:graphicFrameChg>
        <pc:picChg chg="add del mod">
          <ac:chgData name="Shivali Jain" userId="0496050f68a4edac" providerId="LiveId" clId="{D239CCA3-61A5-4EB9-A4BF-A8D0B2FE7965}" dt="2026-07-15T05:19:24.340" v="1112" actId="21"/>
          <ac:picMkLst>
            <pc:docMk/>
            <pc:sldMk cId="2698573933" sldId="263"/>
            <ac:picMk id="7" creationId="{059C31EC-96A7-FCC5-C67A-306974D114B1}"/>
          </ac:picMkLst>
        </pc:picChg>
        <pc:picChg chg="add mod modCrop">
          <ac:chgData name="Shivali Jain" userId="0496050f68a4edac" providerId="LiveId" clId="{D239CCA3-61A5-4EB9-A4BF-A8D0B2FE7965}" dt="2026-07-15T05:20:31.083" v="1121" actId="14100"/>
          <ac:picMkLst>
            <pc:docMk/>
            <pc:sldMk cId="2698573933" sldId="263"/>
            <ac:picMk id="10" creationId="{C8F5BE7C-C5CE-62CB-970E-61AA71561D8A}"/>
          </ac:picMkLst>
        </pc:picChg>
        <pc:picChg chg="add mod modCrop">
          <ac:chgData name="Shivali Jain" userId="0496050f68a4edac" providerId="LiveId" clId="{D239CCA3-61A5-4EB9-A4BF-A8D0B2FE7965}" dt="2026-07-15T05:25:50.735" v="1203" actId="14100"/>
          <ac:picMkLst>
            <pc:docMk/>
            <pc:sldMk cId="2698573933" sldId="263"/>
            <ac:picMk id="13" creationId="{B9C0E2DE-E685-6668-33EC-C07B695937C6}"/>
          </ac:picMkLst>
        </pc:picChg>
      </pc:sldChg>
      <pc:sldChg chg="addSp delSp modSp add del mod">
        <pc:chgData name="Shivali Jain" userId="0496050f68a4edac" providerId="LiveId" clId="{D239CCA3-61A5-4EB9-A4BF-A8D0B2FE7965}" dt="2026-07-15T05:26:10.170" v="1205" actId="2696"/>
        <pc:sldMkLst>
          <pc:docMk/>
          <pc:sldMk cId="1203260404" sldId="264"/>
        </pc:sldMkLst>
        <pc:spChg chg="del">
          <ac:chgData name="Shivali Jain" userId="0496050f68a4edac" providerId="LiveId" clId="{D239CCA3-61A5-4EB9-A4BF-A8D0B2FE7965}" dt="2026-07-15T05:21:51.055" v="1130" actId="21"/>
          <ac:spMkLst>
            <pc:docMk/>
            <pc:sldMk cId="1203260404" sldId="264"/>
            <ac:spMk id="3" creationId="{578B5913-D459-006E-D9FC-FD224C7C4C14}"/>
          </ac:spMkLst>
        </pc:spChg>
        <pc:spChg chg="del">
          <ac:chgData name="Shivali Jain" userId="0496050f68a4edac" providerId="LiveId" clId="{D239CCA3-61A5-4EB9-A4BF-A8D0B2FE7965}" dt="2026-07-15T05:21:51.055" v="1130" actId="21"/>
          <ac:spMkLst>
            <pc:docMk/>
            <pc:sldMk cId="1203260404" sldId="264"/>
            <ac:spMk id="5" creationId="{68101072-B9EC-8396-B7C5-3712ED5BCABC}"/>
          </ac:spMkLst>
        </pc:spChg>
        <pc:spChg chg="del">
          <ac:chgData name="Shivali Jain" userId="0496050f68a4edac" providerId="LiveId" clId="{D239CCA3-61A5-4EB9-A4BF-A8D0B2FE7965}" dt="2026-07-15T05:21:51.055" v="1130" actId="21"/>
          <ac:spMkLst>
            <pc:docMk/>
            <pc:sldMk cId="1203260404" sldId="264"/>
            <ac:spMk id="6" creationId="{B1D043E3-A62F-08A9-DC9B-07D182290B78}"/>
          </ac:spMkLst>
        </pc:spChg>
        <pc:spChg chg="del">
          <ac:chgData name="Shivali Jain" userId="0496050f68a4edac" providerId="LiveId" clId="{D239CCA3-61A5-4EB9-A4BF-A8D0B2FE7965}" dt="2026-07-15T05:21:51.055" v="1130" actId="21"/>
          <ac:spMkLst>
            <pc:docMk/>
            <pc:sldMk cId="1203260404" sldId="264"/>
            <ac:spMk id="9" creationId="{84DD5795-A394-232B-1EE8-2FDA375F4682}"/>
          </ac:spMkLst>
        </pc:spChg>
        <pc:spChg chg="del">
          <ac:chgData name="Shivali Jain" userId="0496050f68a4edac" providerId="LiveId" clId="{D239CCA3-61A5-4EB9-A4BF-A8D0B2FE7965}" dt="2026-07-15T05:21:51.055" v="1130" actId="21"/>
          <ac:spMkLst>
            <pc:docMk/>
            <pc:sldMk cId="1203260404" sldId="264"/>
            <ac:spMk id="12" creationId="{40DFB069-BD94-282D-38E1-FFB0DABDB0C0}"/>
          </ac:spMkLst>
        </pc:spChg>
        <pc:graphicFrameChg chg="add modGraphic">
          <ac:chgData name="Shivali Jain" userId="0496050f68a4edac" providerId="LiveId" clId="{D239CCA3-61A5-4EB9-A4BF-A8D0B2FE7965}" dt="2026-07-15T05:25:15.861" v="1198" actId="20577"/>
          <ac:graphicFrameMkLst>
            <pc:docMk/>
            <pc:sldMk cId="1203260404" sldId="264"/>
            <ac:graphicFrameMk id="2" creationId="{F4C5435A-6413-8195-5D57-B6B92E9C1557}"/>
          </ac:graphicFrameMkLst>
        </pc:graphicFrameChg>
        <pc:picChg chg="del">
          <ac:chgData name="Shivali Jain" userId="0496050f68a4edac" providerId="LiveId" clId="{D239CCA3-61A5-4EB9-A4BF-A8D0B2FE7965}" dt="2026-07-15T05:21:51.055" v="1130" actId="21"/>
          <ac:picMkLst>
            <pc:docMk/>
            <pc:sldMk cId="1203260404" sldId="264"/>
            <ac:picMk id="10" creationId="{DA8FCFD2-D69F-D0CC-CAE0-F9240CE2ED90}"/>
          </ac:picMkLst>
        </pc:picChg>
        <pc:picChg chg="del">
          <ac:chgData name="Shivali Jain" userId="0496050f68a4edac" providerId="LiveId" clId="{D239CCA3-61A5-4EB9-A4BF-A8D0B2FE7965}" dt="2026-07-15T05:21:51.055" v="1130" actId="21"/>
          <ac:picMkLst>
            <pc:docMk/>
            <pc:sldMk cId="1203260404" sldId="264"/>
            <ac:picMk id="13" creationId="{3470F5FC-D787-4E5D-238A-1BBEADF91845}"/>
          </ac:picMkLst>
        </pc:picChg>
      </pc:sldChg>
      <pc:sldChg chg="addSp delSp modSp add mod ord modTransition">
        <pc:chgData name="Shivali Jain" userId="0496050f68a4edac" providerId="LiveId" clId="{D239CCA3-61A5-4EB9-A4BF-A8D0B2FE7965}" dt="2026-07-15T07:00:02.165" v="2026"/>
        <pc:sldMkLst>
          <pc:docMk/>
          <pc:sldMk cId="2210229336" sldId="264"/>
        </pc:sldMkLst>
        <pc:spChg chg="mod">
          <ac:chgData name="Shivali Jain" userId="0496050f68a4edac" providerId="LiveId" clId="{D239CCA3-61A5-4EB9-A4BF-A8D0B2FE7965}" dt="2026-07-15T05:27:58.030" v="1260" actId="1076"/>
          <ac:spMkLst>
            <pc:docMk/>
            <pc:sldMk cId="2210229336" sldId="264"/>
            <ac:spMk id="3" creationId="{3F93AD9E-0072-0B57-B3D8-41F89BC00BAD}"/>
          </ac:spMkLst>
        </pc:spChg>
        <pc:spChg chg="del mod">
          <ac:chgData name="Shivali Jain" userId="0496050f68a4edac" providerId="LiveId" clId="{D239CCA3-61A5-4EB9-A4BF-A8D0B2FE7965}" dt="2026-07-15T05:32:49.548" v="1284" actId="21"/>
          <ac:spMkLst>
            <pc:docMk/>
            <pc:sldMk cId="2210229336" sldId="264"/>
            <ac:spMk id="6" creationId="{87A4131F-A36D-BD68-EB20-AECA51682142}"/>
          </ac:spMkLst>
        </pc:spChg>
        <pc:spChg chg="del mod">
          <ac:chgData name="Shivali Jain" userId="0496050f68a4edac" providerId="LiveId" clId="{D239CCA3-61A5-4EB9-A4BF-A8D0B2FE7965}" dt="2026-07-15T05:32:28.804" v="1282" actId="21"/>
          <ac:spMkLst>
            <pc:docMk/>
            <pc:sldMk cId="2210229336" sldId="264"/>
            <ac:spMk id="12" creationId="{56F09D6A-505F-0099-57CA-F65AEA4E94FE}"/>
          </ac:spMkLst>
        </pc:spChg>
        <pc:picChg chg="del">
          <ac:chgData name="Shivali Jain" userId="0496050f68a4edac" providerId="LiveId" clId="{D239CCA3-61A5-4EB9-A4BF-A8D0B2FE7965}" dt="2026-07-15T05:28:05.655" v="1261" actId="21"/>
          <ac:picMkLst>
            <pc:docMk/>
            <pc:sldMk cId="2210229336" sldId="264"/>
            <ac:picMk id="7" creationId="{53964B6A-BDCC-B50F-BED4-170C811098BC}"/>
          </ac:picMkLst>
        </pc:picChg>
        <pc:picChg chg="add mod modCrop">
          <ac:chgData name="Shivali Jain" userId="0496050f68a4edac" providerId="LiveId" clId="{D239CCA3-61A5-4EB9-A4BF-A8D0B2FE7965}" dt="2026-07-15T05:28:57.072" v="1269" actId="14100"/>
          <ac:picMkLst>
            <pc:docMk/>
            <pc:sldMk cId="2210229336" sldId="264"/>
            <ac:picMk id="8" creationId="{1F38CFC0-A1FF-86F1-582C-A858EBE1B82C}"/>
          </ac:picMkLst>
        </pc:picChg>
        <pc:picChg chg="del">
          <ac:chgData name="Shivali Jain" userId="0496050f68a4edac" providerId="LiveId" clId="{D239CCA3-61A5-4EB9-A4BF-A8D0B2FE7965}" dt="2026-07-15T05:28:08.238" v="1262" actId="21"/>
          <ac:picMkLst>
            <pc:docMk/>
            <pc:sldMk cId="2210229336" sldId="264"/>
            <ac:picMk id="10" creationId="{72B97197-55E4-4126-646C-51E8288A33C5}"/>
          </ac:picMkLst>
        </pc:picChg>
        <pc:picChg chg="add mod modCrop">
          <ac:chgData name="Shivali Jain" userId="0496050f68a4edac" providerId="LiveId" clId="{D239CCA3-61A5-4EB9-A4BF-A8D0B2FE7965}" dt="2026-07-15T05:30:20.844" v="1275" actId="1076"/>
          <ac:picMkLst>
            <pc:docMk/>
            <pc:sldMk cId="2210229336" sldId="264"/>
            <ac:picMk id="13" creationId="{004DBA70-B292-E245-7AA4-3E05398AB1D3}"/>
          </ac:picMkLst>
        </pc:picChg>
        <pc:picChg chg="add del mod">
          <ac:chgData name="Shivali Jain" userId="0496050f68a4edac" providerId="LiveId" clId="{D239CCA3-61A5-4EB9-A4BF-A8D0B2FE7965}" dt="2026-07-15T05:32:08.223" v="1278" actId="21"/>
          <ac:picMkLst>
            <pc:docMk/>
            <pc:sldMk cId="2210229336" sldId="264"/>
            <ac:picMk id="15" creationId="{590CA1DA-32E5-C2F8-1151-2C7FB3D78FB9}"/>
          </ac:picMkLst>
        </pc:picChg>
      </pc:sldChg>
      <pc:sldChg chg="addSp delSp modSp add mod ord modTransition">
        <pc:chgData name="Shivali Jain" userId="0496050f68a4edac" providerId="LiveId" clId="{D239CCA3-61A5-4EB9-A4BF-A8D0B2FE7965}" dt="2026-07-15T07:00:02.165" v="2026"/>
        <pc:sldMkLst>
          <pc:docMk/>
          <pc:sldMk cId="3064292853" sldId="265"/>
        </pc:sldMkLst>
        <pc:spChg chg="mod">
          <ac:chgData name="Shivali Jain" userId="0496050f68a4edac" providerId="LiveId" clId="{D239CCA3-61A5-4EB9-A4BF-A8D0B2FE7965}" dt="2026-07-15T05:34:26.523" v="1301" actId="14100"/>
          <ac:spMkLst>
            <pc:docMk/>
            <pc:sldMk cId="3064292853" sldId="265"/>
            <ac:spMk id="3" creationId="{1A946474-0C80-9D09-FC80-25B4E04A1B1A}"/>
          </ac:spMkLst>
        </pc:spChg>
        <pc:spChg chg="del">
          <ac:chgData name="Shivali Jain" userId="0496050f68a4edac" providerId="LiveId" clId="{D239CCA3-61A5-4EB9-A4BF-A8D0B2FE7965}" dt="2026-07-15T06:24:53.576" v="1359" actId="21"/>
          <ac:spMkLst>
            <pc:docMk/>
            <pc:sldMk cId="3064292853" sldId="265"/>
            <ac:spMk id="12" creationId="{64FC3EAA-9A93-0E4B-0B6C-75494B2AE10F}"/>
          </ac:spMkLst>
        </pc:spChg>
        <pc:graphicFrameChg chg="add modGraphic">
          <ac:chgData name="Shivali Jain" userId="0496050f68a4edac" providerId="LiveId" clId="{D239CCA3-61A5-4EB9-A4BF-A8D0B2FE7965}" dt="2026-07-15T06:27:06.220" v="1377" actId="20577"/>
          <ac:graphicFrameMkLst>
            <pc:docMk/>
            <pc:sldMk cId="3064292853" sldId="265"/>
            <ac:graphicFrameMk id="19" creationId="{C3E5AEDB-89E2-DDEC-0682-F7A8A3ABCBA5}"/>
          </ac:graphicFrameMkLst>
        </pc:graphicFrameChg>
        <pc:picChg chg="add del mod">
          <ac:chgData name="Shivali Jain" userId="0496050f68a4edac" providerId="LiveId" clId="{D239CCA3-61A5-4EB9-A4BF-A8D0B2FE7965}" dt="2026-07-15T05:34:53.451" v="1305" actId="21"/>
          <ac:picMkLst>
            <pc:docMk/>
            <pc:sldMk cId="3064292853" sldId="265"/>
            <ac:picMk id="7" creationId="{E0872C67-BF46-F72A-0D8C-E161EC11AD93}"/>
          </ac:picMkLst>
        </pc:picChg>
        <pc:picChg chg="add del mod">
          <ac:chgData name="Shivali Jain" userId="0496050f68a4edac" providerId="LiveId" clId="{D239CCA3-61A5-4EB9-A4BF-A8D0B2FE7965}" dt="2026-07-15T05:35:13.132" v="1307" actId="21"/>
          <ac:picMkLst>
            <pc:docMk/>
            <pc:sldMk cId="3064292853" sldId="265"/>
            <ac:picMk id="10" creationId="{37C0DF9A-D9BD-7905-E78E-2C716000234C}"/>
          </ac:picMkLst>
        </pc:picChg>
        <pc:picChg chg="add mod modCrop">
          <ac:chgData name="Shivali Jain" userId="0496050f68a4edac" providerId="LiveId" clId="{D239CCA3-61A5-4EB9-A4BF-A8D0B2FE7965}" dt="2026-07-15T06:13:21.405" v="1314" actId="14100"/>
          <ac:picMkLst>
            <pc:docMk/>
            <pc:sldMk cId="3064292853" sldId="265"/>
            <ac:picMk id="13" creationId="{3A1B086A-6839-EE6B-CB68-42C85852B968}"/>
          </ac:picMkLst>
        </pc:picChg>
        <pc:picChg chg="del">
          <ac:chgData name="Shivali Jain" userId="0496050f68a4edac" providerId="LiveId" clId="{D239CCA3-61A5-4EB9-A4BF-A8D0B2FE7965}" dt="2026-07-15T05:34:31.457" v="1302" actId="21"/>
          <ac:picMkLst>
            <pc:docMk/>
            <pc:sldMk cId="3064292853" sldId="265"/>
            <ac:picMk id="14" creationId="{81D4ADE2-D32D-E176-DE7F-D45F1A4F892C}"/>
          </ac:picMkLst>
        </pc:picChg>
        <pc:picChg chg="add mod modCrop">
          <ac:chgData name="Shivali Jain" userId="0496050f68a4edac" providerId="LiveId" clId="{D239CCA3-61A5-4EB9-A4BF-A8D0B2FE7965}" dt="2026-07-15T06:14:56.533" v="1325" actId="14100"/>
          <ac:picMkLst>
            <pc:docMk/>
            <pc:sldMk cId="3064292853" sldId="265"/>
            <ac:picMk id="16" creationId="{738EDCAA-51E2-649E-C470-758CD9184BFE}"/>
          </ac:picMkLst>
        </pc:picChg>
        <pc:picChg chg="del">
          <ac:chgData name="Shivali Jain" userId="0496050f68a4edac" providerId="LiveId" clId="{D239CCA3-61A5-4EB9-A4BF-A8D0B2FE7965}" dt="2026-07-15T05:34:33.775" v="1303" actId="21"/>
          <ac:picMkLst>
            <pc:docMk/>
            <pc:sldMk cId="3064292853" sldId="265"/>
            <ac:picMk id="17" creationId="{97482741-C3EE-AC59-5037-EB333BCB919B}"/>
          </ac:picMkLst>
        </pc:picChg>
      </pc:sldChg>
      <pc:sldChg chg="addSp delSp modSp add del mod ord modTransition">
        <pc:chgData name="Shivali Jain" userId="0496050f68a4edac" providerId="LiveId" clId="{D239CCA3-61A5-4EB9-A4BF-A8D0B2FE7965}" dt="2026-07-16T06:18:48.874" v="2066" actId="2696"/>
        <pc:sldMkLst>
          <pc:docMk/>
          <pc:sldMk cId="130691359" sldId="266"/>
        </pc:sldMkLst>
        <pc:spChg chg="mod">
          <ac:chgData name="Shivali Jain" userId="0496050f68a4edac" providerId="LiveId" clId="{D239CCA3-61A5-4EB9-A4BF-A8D0B2FE7965}" dt="2026-07-15T06:28:59.465" v="1437" actId="14100"/>
          <ac:spMkLst>
            <pc:docMk/>
            <pc:sldMk cId="130691359" sldId="266"/>
            <ac:spMk id="3" creationId="{BF39083C-0208-7186-7111-5A6D6A2CFC4F}"/>
          </ac:spMkLst>
        </pc:spChg>
        <pc:picChg chg="del">
          <ac:chgData name="Shivali Jain" userId="0496050f68a4edac" providerId="LiveId" clId="{D239CCA3-61A5-4EB9-A4BF-A8D0B2FE7965}" dt="2026-07-15T06:29:17.771" v="1438" actId="21"/>
          <ac:picMkLst>
            <pc:docMk/>
            <pc:sldMk cId="130691359" sldId="266"/>
            <ac:picMk id="7" creationId="{4BD30908-144E-F9CC-FEEF-E45E50DA9AD3}"/>
          </ac:picMkLst>
        </pc:picChg>
        <pc:picChg chg="add mod modCrop">
          <ac:chgData name="Shivali Jain" userId="0496050f68a4edac" providerId="LiveId" clId="{D239CCA3-61A5-4EB9-A4BF-A8D0B2FE7965}" dt="2026-07-15T06:30:29.551" v="1451" actId="1076"/>
          <ac:picMkLst>
            <pc:docMk/>
            <pc:sldMk cId="130691359" sldId="266"/>
            <ac:picMk id="8" creationId="{D14FC875-87AD-476C-18DB-79423FC695AA}"/>
          </ac:picMkLst>
        </pc:picChg>
        <pc:picChg chg="del">
          <ac:chgData name="Shivali Jain" userId="0496050f68a4edac" providerId="LiveId" clId="{D239CCA3-61A5-4EB9-A4BF-A8D0B2FE7965}" dt="2026-07-15T06:29:21.953" v="1439" actId="21"/>
          <ac:picMkLst>
            <pc:docMk/>
            <pc:sldMk cId="130691359" sldId="266"/>
            <ac:picMk id="10" creationId="{25FE7814-8612-B479-7400-5B86B827422F}"/>
          </ac:picMkLst>
        </pc:picChg>
        <pc:picChg chg="add del mod modCrop">
          <ac:chgData name="Shivali Jain" userId="0496050f68a4edac" providerId="LiveId" clId="{D239CCA3-61A5-4EB9-A4BF-A8D0B2FE7965}" dt="2026-07-15T06:37:34.385" v="1454" actId="21"/>
          <ac:picMkLst>
            <pc:docMk/>
            <pc:sldMk cId="130691359" sldId="266"/>
            <ac:picMk id="13" creationId="{9E9B59C8-F3D2-AAB2-061D-6D6642E966E2}"/>
          </ac:picMkLst>
        </pc:picChg>
        <pc:picChg chg="add mod">
          <ac:chgData name="Shivali Jain" userId="0496050f68a4edac" providerId="LiveId" clId="{D239CCA3-61A5-4EB9-A4BF-A8D0B2FE7965}" dt="2026-07-16T06:18:43.984" v="2065" actId="931"/>
          <ac:picMkLst>
            <pc:docMk/>
            <pc:sldMk cId="130691359" sldId="266"/>
            <ac:picMk id="15" creationId="{E2C5AE3C-A34C-74A3-5D8C-C9A7B6C2F93F}"/>
          </ac:picMkLst>
        </pc:picChg>
      </pc:sldChg>
      <pc:sldChg chg="add del ord">
        <pc:chgData name="Shivali Jain" userId="0496050f68a4edac" providerId="LiveId" clId="{D239CCA3-61A5-4EB9-A4BF-A8D0B2FE7965}" dt="2026-07-15T06:27:16.928" v="1378" actId="2696"/>
        <pc:sldMkLst>
          <pc:docMk/>
          <pc:sldMk cId="3698337930" sldId="266"/>
        </pc:sldMkLst>
      </pc:sldChg>
      <pc:sldChg chg="addSp delSp modSp add mod modTransition">
        <pc:chgData name="Shivali Jain" userId="0496050f68a4edac" providerId="LiveId" clId="{D239CCA3-61A5-4EB9-A4BF-A8D0B2FE7965}" dt="2026-07-16T06:22:38.040" v="2070" actId="21"/>
        <pc:sldMkLst>
          <pc:docMk/>
          <pc:sldMk cId="3258476060" sldId="267"/>
        </pc:sldMkLst>
        <pc:spChg chg="mod">
          <ac:chgData name="Shivali Jain" userId="0496050f68a4edac" providerId="LiveId" clId="{D239CCA3-61A5-4EB9-A4BF-A8D0B2FE7965}" dt="2026-07-15T06:38:48.371" v="1546" actId="1076"/>
          <ac:spMkLst>
            <pc:docMk/>
            <pc:sldMk cId="3258476060" sldId="267"/>
            <ac:spMk id="3" creationId="{7B0EB630-5A8C-D7C6-0796-E4CCF913047A}"/>
          </ac:spMkLst>
        </pc:spChg>
        <pc:spChg chg="del">
          <ac:chgData name="Shivali Jain" userId="0496050f68a4edac" providerId="LiveId" clId="{D239CCA3-61A5-4EB9-A4BF-A8D0B2FE7965}" dt="2026-07-15T06:42:08.341" v="1566" actId="21"/>
          <ac:spMkLst>
            <pc:docMk/>
            <pc:sldMk cId="3258476060" sldId="267"/>
            <ac:spMk id="12" creationId="{2227F880-E8D2-6B51-5DD6-D079CB285A39}"/>
          </ac:spMkLst>
        </pc:spChg>
        <pc:graphicFrameChg chg="add mod modGraphic">
          <ac:chgData name="Shivali Jain" userId="0496050f68a4edac" providerId="LiveId" clId="{D239CCA3-61A5-4EB9-A4BF-A8D0B2FE7965}" dt="2026-07-15T06:44:47.950" v="1677" actId="14100"/>
          <ac:graphicFrameMkLst>
            <pc:docMk/>
            <pc:sldMk cId="3258476060" sldId="267"/>
            <ac:graphicFrameMk id="14" creationId="{546F1CF3-825E-FDB1-B7BA-6B87A0B1CCCC}"/>
          </ac:graphicFrameMkLst>
        </pc:graphicFrameChg>
        <pc:picChg chg="add mod modCrop">
          <ac:chgData name="Shivali Jain" userId="0496050f68a4edac" providerId="LiveId" clId="{D239CCA3-61A5-4EB9-A4BF-A8D0B2FE7965}" dt="2026-07-15T06:41:11.079" v="1556" actId="1076"/>
          <ac:picMkLst>
            <pc:docMk/>
            <pc:sldMk cId="3258476060" sldId="267"/>
            <ac:picMk id="7" creationId="{4713D632-0FA1-8D70-2E22-96B68B6C1A3D}"/>
          </ac:picMkLst>
        </pc:picChg>
        <pc:picChg chg="del">
          <ac:chgData name="Shivali Jain" userId="0496050f68a4edac" providerId="LiveId" clId="{D239CCA3-61A5-4EB9-A4BF-A8D0B2FE7965}" dt="2026-07-15T06:38:52.104" v="1547" actId="21"/>
          <ac:picMkLst>
            <pc:docMk/>
            <pc:sldMk cId="3258476060" sldId="267"/>
            <ac:picMk id="8" creationId="{C91AEA01-635F-00F3-A159-9174D01F6705}"/>
          </ac:picMkLst>
        </pc:picChg>
        <pc:picChg chg="add mod modCrop">
          <ac:chgData name="Shivali Jain" userId="0496050f68a4edac" providerId="LiveId" clId="{D239CCA3-61A5-4EB9-A4BF-A8D0B2FE7965}" dt="2026-07-15T06:42:00.016" v="1565" actId="1076"/>
          <ac:picMkLst>
            <pc:docMk/>
            <pc:sldMk cId="3258476060" sldId="267"/>
            <ac:picMk id="11" creationId="{970B4358-D4EC-BC40-F4C8-DA783906BFA0}"/>
          </ac:picMkLst>
        </pc:picChg>
        <pc:picChg chg="add del mod">
          <ac:chgData name="Shivali Jain" userId="0496050f68a4edac" providerId="LiveId" clId="{D239CCA3-61A5-4EB9-A4BF-A8D0B2FE7965}" dt="2026-07-16T06:22:38.040" v="2070" actId="21"/>
          <ac:picMkLst>
            <pc:docMk/>
            <pc:sldMk cId="3258476060" sldId="267"/>
            <ac:picMk id="16" creationId="{09906992-499C-2DA0-4E07-D586C05F62CF}"/>
          </ac:picMkLst>
        </pc:picChg>
      </pc:sldChg>
      <pc:sldChg chg="addSp delSp modSp add mod modTransition">
        <pc:chgData name="Shivali Jain" userId="0496050f68a4edac" providerId="LiveId" clId="{D239CCA3-61A5-4EB9-A4BF-A8D0B2FE7965}" dt="2026-07-15T07:00:02.165" v="2026"/>
        <pc:sldMkLst>
          <pc:docMk/>
          <pc:sldMk cId="655246562" sldId="268"/>
        </pc:sldMkLst>
        <pc:spChg chg="mod">
          <ac:chgData name="Shivali Jain" userId="0496050f68a4edac" providerId="LiveId" clId="{D239CCA3-61A5-4EB9-A4BF-A8D0B2FE7965}" dt="2026-07-15T06:46:16.110" v="1748" actId="1076"/>
          <ac:spMkLst>
            <pc:docMk/>
            <pc:sldMk cId="655246562" sldId="268"/>
            <ac:spMk id="3" creationId="{0AB2A581-697C-54B4-AA77-E1A301E246B9}"/>
          </ac:spMkLst>
        </pc:spChg>
        <pc:graphicFrameChg chg="del mod modGraphic">
          <ac:chgData name="Shivali Jain" userId="0496050f68a4edac" providerId="LiveId" clId="{D239CCA3-61A5-4EB9-A4BF-A8D0B2FE7965}" dt="2026-07-15T06:49:09.210" v="1773" actId="21"/>
          <ac:graphicFrameMkLst>
            <pc:docMk/>
            <pc:sldMk cId="655246562" sldId="268"/>
            <ac:graphicFrameMk id="14" creationId="{288DB22C-6C4F-A11D-630C-57A862685F70}"/>
          </ac:graphicFrameMkLst>
        </pc:graphicFrameChg>
        <pc:graphicFrameChg chg="add mod modGraphic">
          <ac:chgData name="Shivali Jain" userId="0496050f68a4edac" providerId="LiveId" clId="{D239CCA3-61A5-4EB9-A4BF-A8D0B2FE7965}" dt="2026-07-15T06:49:55.657" v="1791" actId="20577"/>
          <ac:graphicFrameMkLst>
            <pc:docMk/>
            <pc:sldMk cId="655246562" sldId="268"/>
            <ac:graphicFrameMk id="15" creationId="{60A7BCDB-D273-E606-E6D6-30A8DF67E246}"/>
          </ac:graphicFrameMkLst>
        </pc:graphicFrameChg>
        <pc:picChg chg="del">
          <ac:chgData name="Shivali Jain" userId="0496050f68a4edac" providerId="LiveId" clId="{D239CCA3-61A5-4EB9-A4BF-A8D0B2FE7965}" dt="2026-07-15T06:46:29.173" v="1749" actId="21"/>
          <ac:picMkLst>
            <pc:docMk/>
            <pc:sldMk cId="655246562" sldId="268"/>
            <ac:picMk id="7" creationId="{C84EA355-93BF-7343-C090-F1D734B5497B}"/>
          </ac:picMkLst>
        </pc:picChg>
        <pc:picChg chg="add mod modCrop">
          <ac:chgData name="Shivali Jain" userId="0496050f68a4edac" providerId="LiveId" clId="{D239CCA3-61A5-4EB9-A4BF-A8D0B2FE7965}" dt="2026-07-15T06:48:24.558" v="1767" actId="14100"/>
          <ac:picMkLst>
            <pc:docMk/>
            <pc:sldMk cId="655246562" sldId="268"/>
            <ac:picMk id="8" creationId="{DC7E9FC2-8847-D25E-85A0-622821627ECA}"/>
          </ac:picMkLst>
        </pc:picChg>
        <pc:picChg chg="del">
          <ac:chgData name="Shivali Jain" userId="0496050f68a4edac" providerId="LiveId" clId="{D239CCA3-61A5-4EB9-A4BF-A8D0B2FE7965}" dt="2026-07-15T06:46:31.827" v="1750" actId="21"/>
          <ac:picMkLst>
            <pc:docMk/>
            <pc:sldMk cId="655246562" sldId="268"/>
            <ac:picMk id="11" creationId="{86B9B932-8F4B-4AC6-A29A-12ED354A71A7}"/>
          </ac:picMkLst>
        </pc:picChg>
        <pc:picChg chg="add mod modCrop">
          <ac:chgData name="Shivali Jain" userId="0496050f68a4edac" providerId="LiveId" clId="{D239CCA3-61A5-4EB9-A4BF-A8D0B2FE7965}" dt="2026-07-15T06:48:29.064" v="1768" actId="1076"/>
          <ac:picMkLst>
            <pc:docMk/>
            <pc:sldMk cId="655246562" sldId="268"/>
            <ac:picMk id="12" creationId="{2032825A-96EA-61E6-9E27-57B8FD21CE8D}"/>
          </ac:picMkLst>
        </pc:picChg>
      </pc:sldChg>
      <pc:sldChg chg="addSp delSp modSp add mod modTransition">
        <pc:chgData name="Shivali Jain" userId="0496050f68a4edac" providerId="LiveId" clId="{D239CCA3-61A5-4EB9-A4BF-A8D0B2FE7965}" dt="2026-07-15T07:00:02.165" v="2026"/>
        <pc:sldMkLst>
          <pc:docMk/>
          <pc:sldMk cId="2375967991" sldId="269"/>
        </pc:sldMkLst>
        <pc:spChg chg="mod">
          <ac:chgData name="Shivali Jain" userId="0496050f68a4edac" providerId="LiveId" clId="{D239CCA3-61A5-4EB9-A4BF-A8D0B2FE7965}" dt="2026-07-15T06:50:59.934" v="1873" actId="14100"/>
          <ac:spMkLst>
            <pc:docMk/>
            <pc:sldMk cId="2375967991" sldId="269"/>
            <ac:spMk id="3" creationId="{326974A2-314B-ED28-F78D-2226CF0ED96F}"/>
          </ac:spMkLst>
        </pc:spChg>
        <pc:spChg chg="del mod">
          <ac:chgData name="Shivali Jain" userId="0496050f68a4edac" providerId="LiveId" clId="{D239CCA3-61A5-4EB9-A4BF-A8D0B2FE7965}" dt="2026-07-15T06:52:40.678" v="1897" actId="21"/>
          <ac:spMkLst>
            <pc:docMk/>
            <pc:sldMk cId="2375967991" sldId="269"/>
            <ac:spMk id="6" creationId="{929D57F1-47C8-8ACF-442E-DA8B13216251}"/>
          </ac:spMkLst>
        </pc:spChg>
        <pc:graphicFrameChg chg="del">
          <ac:chgData name="Shivali Jain" userId="0496050f68a4edac" providerId="LiveId" clId="{D239CCA3-61A5-4EB9-A4BF-A8D0B2FE7965}" dt="2026-07-15T06:52:14.176" v="1887" actId="21"/>
          <ac:graphicFrameMkLst>
            <pc:docMk/>
            <pc:sldMk cId="2375967991" sldId="269"/>
            <ac:graphicFrameMk id="15" creationId="{0C40623B-8D17-A6CF-428F-5D77F04B9047}"/>
          </ac:graphicFrameMkLst>
        </pc:graphicFrameChg>
        <pc:picChg chg="add mod modCrop">
          <ac:chgData name="Shivali Jain" userId="0496050f68a4edac" providerId="LiveId" clId="{D239CCA3-61A5-4EB9-A4BF-A8D0B2FE7965}" dt="2026-07-15T06:51:45.977" v="1882" actId="14100"/>
          <ac:picMkLst>
            <pc:docMk/>
            <pc:sldMk cId="2375967991" sldId="269"/>
            <ac:picMk id="7" creationId="{5C4E9986-A81E-4309-3427-A77CD46AF555}"/>
          </ac:picMkLst>
        </pc:picChg>
        <pc:picChg chg="del">
          <ac:chgData name="Shivali Jain" userId="0496050f68a4edac" providerId="LiveId" clId="{D239CCA3-61A5-4EB9-A4BF-A8D0B2FE7965}" dt="2026-07-15T06:51:06.548" v="1874" actId="21"/>
          <ac:picMkLst>
            <pc:docMk/>
            <pc:sldMk cId="2375967991" sldId="269"/>
            <ac:picMk id="8" creationId="{07F60653-54C5-B270-F43C-8C578296BC53}"/>
          </ac:picMkLst>
        </pc:picChg>
        <pc:picChg chg="add mod modCrop">
          <ac:chgData name="Shivali Jain" userId="0496050f68a4edac" providerId="LiveId" clId="{D239CCA3-61A5-4EB9-A4BF-A8D0B2FE7965}" dt="2026-07-15T06:52:23.947" v="1889" actId="14100"/>
          <ac:picMkLst>
            <pc:docMk/>
            <pc:sldMk cId="2375967991" sldId="269"/>
            <ac:picMk id="11" creationId="{9A394E11-EABE-62AC-B6AE-4389B60414E2}"/>
          </ac:picMkLst>
        </pc:picChg>
        <pc:picChg chg="del">
          <ac:chgData name="Shivali Jain" userId="0496050f68a4edac" providerId="LiveId" clId="{D239CCA3-61A5-4EB9-A4BF-A8D0B2FE7965}" dt="2026-07-15T06:51:08.510" v="1875" actId="21"/>
          <ac:picMkLst>
            <pc:docMk/>
            <pc:sldMk cId="2375967991" sldId="269"/>
            <ac:picMk id="12" creationId="{3ED9D3F5-9B9A-001E-72B9-1ED565ABBC84}"/>
          </ac:picMkLst>
        </pc:picChg>
      </pc:sldChg>
      <pc:sldChg chg="addSp delSp modSp add mod ord modTransition">
        <pc:chgData name="Shivali Jain" userId="0496050f68a4edac" providerId="LiveId" clId="{D239CCA3-61A5-4EB9-A4BF-A8D0B2FE7965}" dt="2026-07-15T07:00:02.165" v="2026"/>
        <pc:sldMkLst>
          <pc:docMk/>
          <pc:sldMk cId="1494528638" sldId="270"/>
        </pc:sldMkLst>
        <pc:spChg chg="mod">
          <ac:chgData name="Shivali Jain" userId="0496050f68a4edac" providerId="LiveId" clId="{D239CCA3-61A5-4EB9-A4BF-A8D0B2FE7965}" dt="2026-07-15T06:53:43.205" v="1979"/>
          <ac:spMkLst>
            <pc:docMk/>
            <pc:sldMk cId="1494528638" sldId="270"/>
            <ac:spMk id="3" creationId="{7D2D4AC6-266B-D580-645D-90F662861742}"/>
          </ac:spMkLst>
        </pc:spChg>
        <pc:spChg chg="del">
          <ac:chgData name="Shivali Jain" userId="0496050f68a4edac" providerId="LiveId" clId="{D239CCA3-61A5-4EB9-A4BF-A8D0B2FE7965}" dt="2026-07-15T06:57:37.081" v="2012" actId="21"/>
          <ac:spMkLst>
            <pc:docMk/>
            <pc:sldMk cId="1494528638" sldId="270"/>
            <ac:spMk id="6" creationId="{9B21B2B3-2CE8-5E75-5039-187DD942FA5D}"/>
          </ac:spMkLst>
        </pc:spChg>
        <pc:grpChg chg="add mod">
          <ac:chgData name="Shivali Jain" userId="0496050f68a4edac" providerId="LiveId" clId="{D239CCA3-61A5-4EB9-A4BF-A8D0B2FE7965}" dt="2026-07-15T06:56:40.023" v="2006" actId="14100"/>
          <ac:grpSpMkLst>
            <pc:docMk/>
            <pc:sldMk cId="1494528638" sldId="270"/>
            <ac:grpSpMk id="13" creationId="{E435E4BA-37C4-E764-122F-8549B7F93794}"/>
          </ac:grpSpMkLst>
        </pc:grpChg>
        <pc:grpChg chg="add mod">
          <ac:chgData name="Shivali Jain" userId="0496050f68a4edac" providerId="LiveId" clId="{D239CCA3-61A5-4EB9-A4BF-A8D0B2FE7965}" dt="2026-07-15T06:58:49.081" v="2020" actId="164"/>
          <ac:grpSpMkLst>
            <pc:docMk/>
            <pc:sldMk cId="1494528638" sldId="270"/>
            <ac:grpSpMk id="19" creationId="{BE64C3C4-AC72-051B-C181-BAF36BCC36BE}"/>
          </ac:grpSpMkLst>
        </pc:grpChg>
        <pc:graphicFrameChg chg="del">
          <ac:chgData name="Shivali Jain" userId="0496050f68a4edac" providerId="LiveId" clId="{D239CCA3-61A5-4EB9-A4BF-A8D0B2FE7965}" dt="2026-07-15T06:54:10.223" v="1982" actId="21"/>
          <ac:graphicFrameMkLst>
            <pc:docMk/>
            <pc:sldMk cId="1494528638" sldId="270"/>
            <ac:graphicFrameMk id="15" creationId="{499CBF08-D91C-9A55-CB93-8044813BC4C9}"/>
          </ac:graphicFrameMkLst>
        </pc:graphicFrameChg>
        <pc:picChg chg="add mod modCrop">
          <ac:chgData name="Shivali Jain" userId="0496050f68a4edac" providerId="LiveId" clId="{D239CCA3-61A5-4EB9-A4BF-A8D0B2FE7965}" dt="2026-07-15T06:56:21.855" v="2001" actId="164"/>
          <ac:picMkLst>
            <pc:docMk/>
            <pc:sldMk cId="1494528638" sldId="270"/>
            <ac:picMk id="7" creationId="{765BE043-6AD8-C581-2BF9-7A5653620C90}"/>
          </ac:picMkLst>
        </pc:picChg>
        <pc:picChg chg="del">
          <ac:chgData name="Shivali Jain" userId="0496050f68a4edac" providerId="LiveId" clId="{D239CCA3-61A5-4EB9-A4BF-A8D0B2FE7965}" dt="2026-07-15T06:53:47.074" v="1980" actId="21"/>
          <ac:picMkLst>
            <pc:docMk/>
            <pc:sldMk cId="1494528638" sldId="270"/>
            <ac:picMk id="8" creationId="{CF1D067C-7703-47A9-66B6-5031F1034EFB}"/>
          </ac:picMkLst>
        </pc:picChg>
        <pc:picChg chg="add mod modCrop">
          <ac:chgData name="Shivali Jain" userId="0496050f68a4edac" providerId="LiveId" clId="{D239CCA3-61A5-4EB9-A4BF-A8D0B2FE7965}" dt="2026-07-15T06:56:21.855" v="2001" actId="164"/>
          <ac:picMkLst>
            <pc:docMk/>
            <pc:sldMk cId="1494528638" sldId="270"/>
            <ac:picMk id="11" creationId="{2D6E1A66-67DF-8B9F-6FCD-2AFE7D71CD9F}"/>
          </ac:picMkLst>
        </pc:picChg>
        <pc:picChg chg="del">
          <ac:chgData name="Shivali Jain" userId="0496050f68a4edac" providerId="LiveId" clId="{D239CCA3-61A5-4EB9-A4BF-A8D0B2FE7965}" dt="2026-07-15T06:53:49.256" v="1981" actId="21"/>
          <ac:picMkLst>
            <pc:docMk/>
            <pc:sldMk cId="1494528638" sldId="270"/>
            <ac:picMk id="12" creationId="{9397E34E-0B4B-B65E-0888-15E7D7C1B4F1}"/>
          </ac:picMkLst>
        </pc:picChg>
        <pc:picChg chg="add mod modCrop">
          <ac:chgData name="Shivali Jain" userId="0496050f68a4edac" providerId="LiveId" clId="{D239CCA3-61A5-4EB9-A4BF-A8D0B2FE7965}" dt="2026-07-15T06:58:49.081" v="2020" actId="164"/>
          <ac:picMkLst>
            <pc:docMk/>
            <pc:sldMk cId="1494528638" sldId="270"/>
            <ac:picMk id="16" creationId="{6A05A594-6C4A-7348-1076-9E35D3165A00}"/>
          </ac:picMkLst>
        </pc:picChg>
        <pc:picChg chg="add mod modCrop">
          <ac:chgData name="Shivali Jain" userId="0496050f68a4edac" providerId="LiveId" clId="{D239CCA3-61A5-4EB9-A4BF-A8D0B2FE7965}" dt="2026-07-15T06:58:49.081" v="2020" actId="164"/>
          <ac:picMkLst>
            <pc:docMk/>
            <pc:sldMk cId="1494528638" sldId="270"/>
            <ac:picMk id="18" creationId="{EDE330CE-9F67-08BB-1AC0-C83B6C1DAD29}"/>
          </ac:picMkLst>
        </pc:picChg>
      </pc:sldChg>
      <pc:sldChg chg="addSp delSp modSp add mod">
        <pc:chgData name="Shivali Jain" userId="0496050f68a4edac" providerId="LiveId" clId="{D239CCA3-61A5-4EB9-A4BF-A8D0B2FE7965}" dt="2026-07-16T06:27:26.386" v="2230" actId="1076"/>
        <pc:sldMkLst>
          <pc:docMk/>
          <pc:sldMk cId="2910666807" sldId="271"/>
        </pc:sldMkLst>
        <pc:spChg chg="mod">
          <ac:chgData name="Shivali Jain" userId="0496050f68a4edac" providerId="LiveId" clId="{D239CCA3-61A5-4EB9-A4BF-A8D0B2FE7965}" dt="2026-07-16T06:24:05.645" v="2147" actId="14100"/>
          <ac:spMkLst>
            <pc:docMk/>
            <pc:sldMk cId="2910666807" sldId="271"/>
            <ac:spMk id="3" creationId="{8B8189CF-7E36-0E7C-AD74-CF2B29512FC4}"/>
          </ac:spMkLst>
        </pc:spChg>
        <pc:spChg chg="add mod">
          <ac:chgData name="Shivali Jain" userId="0496050f68a4edac" providerId="LiveId" clId="{D239CCA3-61A5-4EB9-A4BF-A8D0B2FE7965}" dt="2026-07-16T06:27:26.386" v="2230" actId="1076"/>
          <ac:spMkLst>
            <pc:docMk/>
            <pc:sldMk cId="2910666807" sldId="271"/>
            <ac:spMk id="11" creationId="{6B8CACC9-8CCD-4781-092F-F5DC7E81BB23}"/>
          </ac:spMkLst>
        </pc:spChg>
        <pc:graphicFrameChg chg="del">
          <ac:chgData name="Shivali Jain" userId="0496050f68a4edac" providerId="LiveId" clId="{D239CCA3-61A5-4EB9-A4BF-A8D0B2FE7965}" dt="2026-07-16T06:24:19.319" v="2150" actId="21"/>
          <ac:graphicFrameMkLst>
            <pc:docMk/>
            <pc:sldMk cId="2910666807" sldId="271"/>
            <ac:graphicFrameMk id="19" creationId="{79A1A5C7-C8D8-3042-BF3E-3693FCA05C7D}"/>
          </ac:graphicFrameMkLst>
        </pc:graphicFrameChg>
        <pc:picChg chg="add mod modCrop">
          <ac:chgData name="Shivali Jain" userId="0496050f68a4edac" providerId="LiveId" clId="{D239CCA3-61A5-4EB9-A4BF-A8D0B2FE7965}" dt="2026-07-16T06:25:31.525" v="2166" actId="14100"/>
          <ac:picMkLst>
            <pc:docMk/>
            <pc:sldMk cId="2910666807" sldId="271"/>
            <ac:picMk id="7" creationId="{AE37CB15-A225-17C6-8AEC-FF677F6C9DF7}"/>
          </ac:picMkLst>
        </pc:picChg>
        <pc:picChg chg="add mod modCrop">
          <ac:chgData name="Shivali Jain" userId="0496050f68a4edac" providerId="LiveId" clId="{D239CCA3-61A5-4EB9-A4BF-A8D0B2FE7965}" dt="2026-07-16T06:25:43.137" v="2169" actId="14100"/>
          <ac:picMkLst>
            <pc:docMk/>
            <pc:sldMk cId="2910666807" sldId="271"/>
            <ac:picMk id="10" creationId="{9F80FCFF-6E42-A7B6-3376-C92479DE96D3}"/>
          </ac:picMkLst>
        </pc:picChg>
        <pc:picChg chg="del">
          <ac:chgData name="Shivali Jain" userId="0496050f68a4edac" providerId="LiveId" clId="{D239CCA3-61A5-4EB9-A4BF-A8D0B2FE7965}" dt="2026-07-16T06:24:12.676" v="2148" actId="21"/>
          <ac:picMkLst>
            <pc:docMk/>
            <pc:sldMk cId="2910666807" sldId="271"/>
            <ac:picMk id="13" creationId="{64EDEE70-FF09-3D9B-8E96-1A4694102346}"/>
          </ac:picMkLst>
        </pc:picChg>
        <pc:picChg chg="del">
          <ac:chgData name="Shivali Jain" userId="0496050f68a4edac" providerId="LiveId" clId="{D239CCA3-61A5-4EB9-A4BF-A8D0B2FE7965}" dt="2026-07-16T06:24:15.163" v="2149" actId="21"/>
          <ac:picMkLst>
            <pc:docMk/>
            <pc:sldMk cId="2910666807" sldId="271"/>
            <ac:picMk id="16" creationId="{920DE4E0-DF87-5104-98BB-171B97BB6F73}"/>
          </ac:picMkLst>
        </pc:picChg>
      </pc:sldChg>
      <pc:sldChg chg="addSp delSp modSp add mod">
        <pc:chgData name="Shivali Jain" userId="0496050f68a4edac" providerId="LiveId" clId="{D239CCA3-61A5-4EB9-A4BF-A8D0B2FE7965}" dt="2026-07-16T06:34:05.616" v="2273" actId="1076"/>
        <pc:sldMkLst>
          <pc:docMk/>
          <pc:sldMk cId="2253188889" sldId="272"/>
        </pc:sldMkLst>
        <pc:spChg chg="add del mod">
          <ac:chgData name="Shivali Jain" userId="0496050f68a4edac" providerId="LiveId" clId="{D239CCA3-61A5-4EB9-A4BF-A8D0B2FE7965}" dt="2026-07-16T06:29:49.287" v="2235" actId="21"/>
          <ac:spMkLst>
            <pc:docMk/>
            <pc:sldMk cId="2253188889" sldId="272"/>
            <ac:spMk id="2" creationId="{CE4BC36C-AF20-9EE9-F6A1-8C946633269F}"/>
          </ac:spMkLst>
        </pc:spChg>
        <pc:spChg chg="del mod">
          <ac:chgData name="Shivali Jain" userId="0496050f68a4edac" providerId="LiveId" clId="{D239CCA3-61A5-4EB9-A4BF-A8D0B2FE7965}" dt="2026-07-16T06:29:45.968" v="2233" actId="21"/>
          <ac:spMkLst>
            <pc:docMk/>
            <pc:sldMk cId="2253188889" sldId="272"/>
            <ac:spMk id="3" creationId="{CE4BC36C-AF20-9EE9-F6A1-8C946633269F}"/>
          </ac:spMkLst>
        </pc:spChg>
        <pc:spChg chg="del">
          <ac:chgData name="Shivali Jain" userId="0496050f68a4edac" providerId="LiveId" clId="{D239CCA3-61A5-4EB9-A4BF-A8D0B2FE7965}" dt="2026-07-16T06:29:45.968" v="2233" actId="21"/>
          <ac:spMkLst>
            <pc:docMk/>
            <pc:sldMk cId="2253188889" sldId="272"/>
            <ac:spMk id="5" creationId="{B70180E4-F08E-5210-310A-21A20CFE43AF}"/>
          </ac:spMkLst>
        </pc:spChg>
        <pc:spChg chg="add del mod">
          <ac:chgData name="Shivali Jain" userId="0496050f68a4edac" providerId="LiveId" clId="{D239CCA3-61A5-4EB9-A4BF-A8D0B2FE7965}" dt="2026-07-16T06:29:49.287" v="2235" actId="21"/>
          <ac:spMkLst>
            <pc:docMk/>
            <pc:sldMk cId="2253188889" sldId="272"/>
            <ac:spMk id="6" creationId="{B70180E4-F08E-5210-310A-21A20CFE43AF}"/>
          </ac:spMkLst>
        </pc:spChg>
        <pc:spChg chg="add del mod">
          <ac:chgData name="Shivali Jain" userId="0496050f68a4edac" providerId="LiveId" clId="{D239CCA3-61A5-4EB9-A4BF-A8D0B2FE7965}" dt="2026-07-16T06:29:49.287" v="2235" actId="21"/>
          <ac:spMkLst>
            <pc:docMk/>
            <pc:sldMk cId="2253188889" sldId="272"/>
            <ac:spMk id="8" creationId="{235796A7-541D-E1E6-8ABC-F17AF2EC5BFF}"/>
          </ac:spMkLst>
        </pc:spChg>
        <pc:spChg chg="del">
          <ac:chgData name="Shivali Jain" userId="0496050f68a4edac" providerId="LiveId" clId="{D239CCA3-61A5-4EB9-A4BF-A8D0B2FE7965}" dt="2026-07-16T06:29:45.968" v="2233" actId="21"/>
          <ac:spMkLst>
            <pc:docMk/>
            <pc:sldMk cId="2253188889" sldId="272"/>
            <ac:spMk id="9" creationId="{235796A7-541D-E1E6-8ABC-F17AF2EC5BFF}"/>
          </ac:spMkLst>
        </pc:spChg>
        <pc:spChg chg="add del mod">
          <ac:chgData name="Shivali Jain" userId="0496050f68a4edac" providerId="LiveId" clId="{D239CCA3-61A5-4EB9-A4BF-A8D0B2FE7965}" dt="2026-07-16T06:32:25.967" v="2238" actId="21"/>
          <ac:spMkLst>
            <pc:docMk/>
            <pc:sldMk cId="2253188889" sldId="272"/>
            <ac:spMk id="22" creationId="{33F57D2B-5EA0-04B9-3C62-7DB944311EF1}"/>
          </ac:spMkLst>
        </pc:spChg>
        <pc:spChg chg="add mod">
          <ac:chgData name="Shivali Jain" userId="0496050f68a4edac" providerId="LiveId" clId="{D239CCA3-61A5-4EB9-A4BF-A8D0B2FE7965}" dt="2026-07-16T06:34:05.616" v="2273" actId="1076"/>
          <ac:spMkLst>
            <pc:docMk/>
            <pc:sldMk cId="2253188889" sldId="272"/>
            <ac:spMk id="23" creationId="{F432F093-B30C-5C34-5DD5-3546173A815C}"/>
          </ac:spMkLst>
        </pc:spChg>
        <pc:grpChg chg="add del mod">
          <ac:chgData name="Shivali Jain" userId="0496050f68a4edac" providerId="LiveId" clId="{D239CCA3-61A5-4EB9-A4BF-A8D0B2FE7965}" dt="2026-07-16T06:29:49.287" v="2235" actId="21"/>
          <ac:grpSpMkLst>
            <pc:docMk/>
            <pc:sldMk cId="2253188889" sldId="272"/>
            <ac:grpSpMk id="10" creationId="{7DF0ABA9-59EA-D15F-464D-F36AE6025F1E}"/>
          </ac:grpSpMkLst>
        </pc:grpChg>
        <pc:grpChg chg="del mod">
          <ac:chgData name="Shivali Jain" userId="0496050f68a4edac" providerId="LiveId" clId="{D239CCA3-61A5-4EB9-A4BF-A8D0B2FE7965}" dt="2026-07-16T06:29:45.968" v="2233" actId="21"/>
          <ac:grpSpMkLst>
            <pc:docMk/>
            <pc:sldMk cId="2253188889" sldId="272"/>
            <ac:grpSpMk id="13" creationId="{7DF0ABA9-59EA-D15F-464D-F36AE6025F1E}"/>
          </ac:grpSpMkLst>
        </pc:grpChg>
        <pc:grpChg chg="add del mod">
          <ac:chgData name="Shivali Jain" userId="0496050f68a4edac" providerId="LiveId" clId="{D239CCA3-61A5-4EB9-A4BF-A8D0B2FE7965}" dt="2026-07-16T06:29:49.287" v="2235" actId="21"/>
          <ac:grpSpMkLst>
            <pc:docMk/>
            <pc:sldMk cId="2253188889" sldId="272"/>
            <ac:grpSpMk id="15" creationId="{1ADD9948-1FB1-948C-2071-EB26F4998EDB}"/>
          </ac:grpSpMkLst>
        </pc:grpChg>
        <pc:grpChg chg="del">
          <ac:chgData name="Shivali Jain" userId="0496050f68a4edac" providerId="LiveId" clId="{D239CCA3-61A5-4EB9-A4BF-A8D0B2FE7965}" dt="2026-07-16T06:29:45.968" v="2233" actId="21"/>
          <ac:grpSpMkLst>
            <pc:docMk/>
            <pc:sldMk cId="2253188889" sldId="272"/>
            <ac:grpSpMk id="19" creationId="{1ADD9948-1FB1-948C-2071-EB26F4998EDB}"/>
          </ac:grpSpMkLst>
        </pc:grpChg>
        <pc:picChg chg="mod">
          <ac:chgData name="Shivali Jain" userId="0496050f68a4edac" providerId="LiveId" clId="{D239CCA3-61A5-4EB9-A4BF-A8D0B2FE7965}" dt="2026-07-16T06:29:47.698" v="2234"/>
          <ac:picMkLst>
            <pc:docMk/>
            <pc:sldMk cId="2253188889" sldId="272"/>
            <ac:picMk id="12" creationId="{939EDC49-8DDF-381F-E77A-6FDD0C3F196B}"/>
          </ac:picMkLst>
        </pc:picChg>
        <pc:picChg chg="mod">
          <ac:chgData name="Shivali Jain" userId="0496050f68a4edac" providerId="LiveId" clId="{D239CCA3-61A5-4EB9-A4BF-A8D0B2FE7965}" dt="2026-07-16T06:29:47.698" v="2234"/>
          <ac:picMkLst>
            <pc:docMk/>
            <pc:sldMk cId="2253188889" sldId="272"/>
            <ac:picMk id="14" creationId="{66166DCC-23A3-CCFF-55BA-EE974BB917B9}"/>
          </ac:picMkLst>
        </pc:picChg>
        <pc:picChg chg="mod">
          <ac:chgData name="Shivali Jain" userId="0496050f68a4edac" providerId="LiveId" clId="{D239CCA3-61A5-4EB9-A4BF-A8D0B2FE7965}" dt="2026-07-16T06:29:47.698" v="2234"/>
          <ac:picMkLst>
            <pc:docMk/>
            <pc:sldMk cId="2253188889" sldId="272"/>
            <ac:picMk id="17" creationId="{9398164B-2DE7-D809-4E5B-A0CFDBD14BAF}"/>
          </ac:picMkLst>
        </pc:picChg>
        <pc:picChg chg="mod">
          <ac:chgData name="Shivali Jain" userId="0496050f68a4edac" providerId="LiveId" clId="{D239CCA3-61A5-4EB9-A4BF-A8D0B2FE7965}" dt="2026-07-16T06:29:47.698" v="2234"/>
          <ac:picMkLst>
            <pc:docMk/>
            <pc:sldMk cId="2253188889" sldId="272"/>
            <ac:picMk id="20" creationId="{4F563D8E-21AD-E0D9-CB0D-BFC33320C9F4}"/>
          </ac:picMkLst>
        </pc:picChg>
      </pc:sldChg>
      <pc:sldMasterChg chg="modTransition modSldLayout">
        <pc:chgData name="Shivali Jain" userId="0496050f68a4edac" providerId="LiveId" clId="{D239CCA3-61A5-4EB9-A4BF-A8D0B2FE7965}" dt="2026-07-15T07:00:02.165" v="2026"/>
        <pc:sldMasterMkLst>
          <pc:docMk/>
          <pc:sldMasterMk cId="3330390787" sldId="2147483648"/>
        </pc:sldMasterMkLst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1950997036" sldId="2147483649"/>
          </pc:sldLayoutMkLst>
        </pc:sldLayoutChg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1163500289" sldId="2147483650"/>
          </pc:sldLayoutMkLst>
        </pc:sldLayoutChg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1797990148" sldId="2147483651"/>
          </pc:sldLayoutMkLst>
        </pc:sldLayoutChg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299521762" sldId="2147483652"/>
          </pc:sldLayoutMkLst>
        </pc:sldLayoutChg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2742146635" sldId="2147483653"/>
          </pc:sldLayoutMkLst>
        </pc:sldLayoutChg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4022035052" sldId="2147483654"/>
          </pc:sldLayoutMkLst>
        </pc:sldLayoutChg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3481364509" sldId="2147483655"/>
          </pc:sldLayoutMkLst>
        </pc:sldLayoutChg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2138598272" sldId="2147483656"/>
          </pc:sldLayoutMkLst>
        </pc:sldLayoutChg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2522709562" sldId="2147483657"/>
          </pc:sldLayoutMkLst>
        </pc:sldLayoutChg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1799134028" sldId="2147483658"/>
          </pc:sldLayoutMkLst>
        </pc:sldLayoutChg>
        <pc:sldLayoutChg chg="modTransition">
          <pc:chgData name="Shivali Jain" userId="0496050f68a4edac" providerId="LiveId" clId="{D239CCA3-61A5-4EB9-A4BF-A8D0B2FE7965}" dt="2026-07-15T07:00:02.165" v="2026"/>
          <pc:sldLayoutMkLst>
            <pc:docMk/>
            <pc:sldMasterMk cId="3330390787" sldId="2147483648"/>
            <pc:sldLayoutMk cId="224426780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3C83-DB0B-0439-BA42-1268FD78D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CCC36-0C6A-05D1-6412-13BC5D145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CDE09-4160-14B1-7B92-78ACA0F7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464D9-5B0E-4339-7F12-7D8DD9825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584FD-AAB3-8A41-D82C-5DE00A7E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997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A0A8-9B90-BAFC-80EA-8E04E521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2A33-0432-4CA2-4254-1CDB3611A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C8449-0205-7770-7701-2C9562C1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596A8-316A-C590-3210-1C8D7B674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83A3C-DEF8-5EBC-4360-968C23BB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500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7A6CD-F346-B2F7-47E0-4D1CF56B5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305E8-74AF-0B2A-C228-BE209836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A2898-BF17-4C94-D68F-1E5AD3102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6798C-9EE2-3E39-79B1-79BC2DB9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95B72-9B7F-2380-A883-3C85A7D3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990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4F7C-8229-39EF-A036-4F6F866A8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94019-5618-E3C4-38CF-AD131A738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DA6AB-A227-87CC-8F32-6FA0BCFBC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F01E4-A2CA-E361-1EE2-320A11C68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AF408-9275-C6E6-F9E8-1F90B889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9A734-151B-B350-CD38-BC2242D9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21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525DF-90AF-A359-7AF4-0A4018327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BF1EB-4FF9-1618-2D31-0529E7E0B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83D62-DECE-D8C7-7889-DA095632B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9BD1CD-30F8-4871-1C40-7EBDCBDFE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FD6956-9140-9F05-35EA-F4C73AE3B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2F6D8-A6B5-4ECE-C973-7623A3B8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CD057-DCAC-A75D-6AA0-B7EAC392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BAB95-A462-F7CD-C48D-4789D55E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1466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F35C-0BD9-01C3-C9EC-757D2E9F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59977-C573-DC8E-C8DD-D8CAC972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6E5EB5-96F0-5709-38EB-0FE352E4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EE4AF-9170-4BAE-9BDE-123027FC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0350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11DDD-904C-D7C3-3DA3-0FD7C00E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0EA4E-D0BE-D1FF-2FFE-55B2961E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3B373-568A-F557-2846-2A8705A9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3645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3F4EC-4CEB-37E6-2E0D-AC2A674B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F9BA1-646A-3E42-E20C-C6DBA305A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15BD5-EA56-F7EE-03F7-D2D506E42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20107-7FF8-4652-5C2D-24AF17C74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B508B-E975-2C8B-6773-21954D67D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18C49-3B8E-45F7-9BE1-BBEBE1E7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5982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3E02-E141-419C-DC63-91748219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D90D07-0859-78AD-4630-1EB6F5D36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37833-7D32-1C2C-D34E-81D71EA93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63A7B-8FA5-F201-405B-9B35B0E1A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18C48-6898-2CBF-57FD-CB8B9FC87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FC484-BCB7-2791-C7FB-3F0B00A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709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86A3-A50B-08AE-BC11-7907B1BBF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D5409-0908-75F1-707C-9FFFE2A1B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8E771-960E-8396-FC0A-8C5A7400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B308D-CAD3-9A9B-0CFF-1228E5C0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6C6B-68F1-5695-28EA-A8CE96AEE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1340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58828A-DC3C-B1BA-A44C-ADAE38D63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1FD25-AECD-3F68-07DE-6AFE91C75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A7E5B-9068-9ED6-426C-5691CE224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B0D04-35FB-03EE-4BAF-FA306FE91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6D7BA-E268-8796-E083-E8C87230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267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9918AC-8446-4F47-1202-6B06D4BB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359EC-F2EE-031C-9ADC-739CFCA73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88D56-2D94-68E4-161A-DC91DC855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AF4AE-884F-45A2-8D2C-96CD307AE921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862D0-F631-49E9-7474-64D1B6718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1F9FA-5FAD-DEB3-733F-2FA750DEB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2D55F-963F-41D1-B7CB-19634991F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390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lij094@gmail.co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4B179-65DD-C198-8C17-0C335C4436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566E9-767C-4556-543D-F2EC1984D0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 descr="Pizza">
            <a:extLst>
              <a:ext uri="{FF2B5EF4-FFF2-40B4-BE49-F238E27FC236}">
                <a16:creationId xmlns:a16="http://schemas.microsoft.com/office/drawing/2014/main" id="{59B647D3-52A6-48B8-B2E1-34EFBBA18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50"/>
            <a:ext cx="12192000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21374FA-ED2A-0FBD-382E-14B2242C3B9B}"/>
              </a:ext>
            </a:extLst>
          </p:cNvPr>
          <p:cNvGrpSpPr/>
          <p:nvPr/>
        </p:nvGrpSpPr>
        <p:grpSpPr>
          <a:xfrm>
            <a:off x="1300302" y="133964"/>
            <a:ext cx="7701458" cy="3779275"/>
            <a:chOff x="2880137" y="940154"/>
            <a:chExt cx="6276558" cy="300867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FFE4A0E-695D-F025-A2A7-793C06A3811A}"/>
                </a:ext>
              </a:extLst>
            </p:cNvPr>
            <p:cNvSpPr/>
            <p:nvPr/>
          </p:nvSpPr>
          <p:spPr>
            <a:xfrm>
              <a:off x="2880137" y="940154"/>
              <a:ext cx="6164827" cy="300867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76F6646-5405-F5EF-EC0D-28BED4D7DD27}"/>
                </a:ext>
              </a:extLst>
            </p:cNvPr>
            <p:cNvSpPr txBox="1"/>
            <p:nvPr/>
          </p:nvSpPr>
          <p:spPr>
            <a:xfrm>
              <a:off x="2991869" y="1594111"/>
              <a:ext cx="6164826" cy="2033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lgerian" panose="04020705040A02060702" pitchFamily="82" charset="0"/>
                </a:rPr>
                <a:t>PIZZA SALES USING SQL</a:t>
              </a:r>
              <a:endParaRPr lang="en-IN" sz="80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endParaRPr>
            </a:p>
          </p:txBody>
        </p:sp>
      </p:grpSp>
      <p:sp>
        <p:nvSpPr>
          <p:cNvPr id="11" name="TextBox 10">
            <a:hlinkClick r:id="rId3"/>
            <a:extLst>
              <a:ext uri="{FF2B5EF4-FFF2-40B4-BE49-F238E27FC236}">
                <a16:creationId xmlns:a16="http://schemas.microsoft.com/office/drawing/2014/main" id="{EEE16298-39A4-95E2-9FAB-27A605565DAD}"/>
              </a:ext>
            </a:extLst>
          </p:cNvPr>
          <p:cNvSpPr txBox="1"/>
          <p:nvPr/>
        </p:nvSpPr>
        <p:spPr>
          <a:xfrm>
            <a:off x="9144000" y="6459172"/>
            <a:ext cx="3048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shivalij094@gmail.com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54185-ABE1-5692-C6DE-0EB1CFB322D6}"/>
              </a:ext>
            </a:extLst>
          </p:cNvPr>
          <p:cNvSpPr txBox="1"/>
          <p:nvPr/>
        </p:nvSpPr>
        <p:spPr>
          <a:xfrm>
            <a:off x="9144000" y="5618480"/>
            <a:ext cx="30480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BY-SHIVALI JAIN</a:t>
            </a:r>
            <a:endParaRPr lang="en-IN" sz="32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1282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547D1E-F29D-0560-48B7-3B66D20896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6CAC4-F28A-6EC7-1336-0A15E909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             </a:t>
            </a:r>
            <a:r>
              <a:rPr lang="en-US" sz="6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   </a:t>
            </a:r>
            <a:r>
              <a:rPr lang="en-US" sz="60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Bussiness</a:t>
            </a:r>
            <a:r>
              <a:rPr lang="en-US" sz="6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Questions answered</a:t>
            </a:r>
            <a:endParaRPr lang="en-IN" sz="6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Dark Gray Straight thick arrow">
                <a:extLst>
                  <a:ext uri="{FF2B5EF4-FFF2-40B4-BE49-F238E27FC236}">
                    <a16:creationId xmlns:a16="http://schemas.microsoft.com/office/drawing/2014/main" id="{E8923959-1E76-1A62-F077-7F2B49D5FDD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70102512"/>
                  </p:ext>
                </p:extLst>
              </p:nvPr>
            </p:nvGraphicFramePr>
            <p:xfrm>
              <a:off x="204168" y="365124"/>
              <a:ext cx="2804503" cy="132556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804503" cy="1325563"/>
                    </a:xfrm>
                    <a:prstGeom prst="rect">
                      <a:avLst/>
                    </a:prstGeom>
                  </am3d:spPr>
                  <am3d:camera>
                    <am3d:pos x="0" y="0" z="492651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06943" d="1000000"/>
                    <am3d:preTrans dx="0" dy="-9860495" dz="-148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12575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Dark Gray Straight thick arrow">
                <a:extLst>
                  <a:ext uri="{FF2B5EF4-FFF2-40B4-BE49-F238E27FC236}">
                    <a16:creationId xmlns:a16="http://schemas.microsoft.com/office/drawing/2014/main" id="{E8923959-1E76-1A62-F077-7F2B49D5FD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168" y="365124"/>
                <a:ext cx="2804503" cy="1325563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017EF96-C12C-F6AA-2216-A10F547AFC6A}"/>
              </a:ext>
            </a:extLst>
          </p:cNvPr>
          <p:cNvSpPr txBox="1"/>
          <p:nvPr/>
        </p:nvSpPr>
        <p:spPr>
          <a:xfrm>
            <a:off x="1248697" y="1445343"/>
            <a:ext cx="1032387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Retrieve the total number of orders placed.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Calculate the total revenue generated from pizza sales.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Identify the highest-priced pizza.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Identify the most common pizza size ordered.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List the top 5 most ordered pizza types along with their quantities.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total quantity of each pizza category ordered.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Determine the distribution of orders by hour of the day.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Join relevant tables to find the category-wise distribution of pizzas.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Group the orders by date and calculate the average number of pizzas ordered per day.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Determine the top 3 most ordered pizza types based on revenue.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Calculate the percentage contribution of each pizza type to total revenue.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Analyze the cumulative revenue generated over time.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Determine the top 3 most ordered pizza types based on revenue for each pizza category.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4304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753D1F-60B1-AD67-4018-5F9D910B52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62ACD-19CA-744E-C5AF-EC283121C08B}"/>
              </a:ext>
            </a:extLst>
          </p:cNvPr>
          <p:cNvSpPr txBox="1"/>
          <p:nvPr/>
        </p:nvSpPr>
        <p:spPr>
          <a:xfrm>
            <a:off x="2123768" y="315930"/>
            <a:ext cx="773798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Retrieve the total number of orders placed.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A91B0-C8EE-630D-B956-D76DE44A7F7C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396202-7448-6860-0EDE-17D50E9C5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4" r="38050" b="62721"/>
          <a:stretch>
            <a:fillRect/>
          </a:stretch>
        </p:blipFill>
        <p:spPr>
          <a:xfrm>
            <a:off x="2462980" y="1189703"/>
            <a:ext cx="7059562" cy="20254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303E86-2794-690E-4FD6-FAA0012CF04A}"/>
              </a:ext>
            </a:extLst>
          </p:cNvPr>
          <p:cNvSpPr txBox="1"/>
          <p:nvPr/>
        </p:nvSpPr>
        <p:spPr>
          <a:xfrm>
            <a:off x="324465" y="5511845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INSIGHT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440DB-28EE-BD18-8110-958378E86F22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6BCD33-1CA8-0DA7-96DF-D4DA80058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76" r="78105" b="41261"/>
          <a:stretch>
            <a:fillRect/>
          </a:stretch>
        </p:blipFill>
        <p:spPr>
          <a:xfrm>
            <a:off x="2462980" y="3735757"/>
            <a:ext cx="2669458" cy="13008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BDCFE0-3D79-9FA4-C6CE-FA74FAF3FF61}"/>
              </a:ext>
            </a:extLst>
          </p:cNvPr>
          <p:cNvSpPr txBox="1"/>
          <p:nvPr/>
        </p:nvSpPr>
        <p:spPr>
          <a:xfrm>
            <a:off x="2344993" y="5511845"/>
            <a:ext cx="6445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The total order placed were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Aptos Display" panose="020B0004020202020204" pitchFamily="34" charset="0"/>
              </a:rPr>
              <a:t>16465.</a:t>
            </a:r>
            <a:endParaRPr lang="en-IN" sz="3200" b="1" dirty="0">
              <a:solidFill>
                <a:schemeClr val="accent2">
                  <a:lumMod val="50000"/>
                </a:schemeClr>
              </a:solidFill>
              <a:highlight>
                <a:srgbClr val="FFFF00"/>
              </a:highligh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1560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8897-825E-B85C-883B-6B139C06A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C8D337-A5B5-EABE-DD63-475EC8BB7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36F2F0-66FE-8F7F-9725-E89862D824B7}"/>
              </a:ext>
            </a:extLst>
          </p:cNvPr>
          <p:cNvSpPr txBox="1"/>
          <p:nvPr/>
        </p:nvSpPr>
        <p:spPr>
          <a:xfrm>
            <a:off x="1130710" y="315930"/>
            <a:ext cx="885886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Calculate the total revenue generated from pizza sales</a:t>
            </a:r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DB2EB-2516-5968-96CA-F33C50D29D13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47FAA-4966-DDD3-D74F-703DED0C9171}"/>
              </a:ext>
            </a:extLst>
          </p:cNvPr>
          <p:cNvSpPr txBox="1"/>
          <p:nvPr/>
        </p:nvSpPr>
        <p:spPr>
          <a:xfrm>
            <a:off x="324465" y="5511845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INSIGHT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3C552-C2A8-A19D-2316-F0351888C74F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343E91-7549-26A8-4BB2-31FA103B1DF1}"/>
              </a:ext>
            </a:extLst>
          </p:cNvPr>
          <p:cNvSpPr txBox="1"/>
          <p:nvPr/>
        </p:nvSpPr>
        <p:spPr>
          <a:xfrm>
            <a:off x="2344993" y="5511845"/>
            <a:ext cx="943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The total revenue generated was ~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Aptos Display" panose="020B0004020202020204" pitchFamily="34" charset="0"/>
              </a:rPr>
              <a:t>72003.</a:t>
            </a:r>
            <a:endParaRPr lang="en-IN" sz="3200" b="1" dirty="0">
              <a:solidFill>
                <a:schemeClr val="accent2">
                  <a:lumMod val="50000"/>
                </a:schemeClr>
              </a:solidFill>
              <a:highlight>
                <a:srgbClr val="FFFF00"/>
              </a:highlight>
              <a:latin typeface="Aptos Display" panose="020B00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5A88C8-D519-4F2B-83B4-ECAFAFD54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" r="29194" b="50001"/>
          <a:stretch>
            <a:fillRect/>
          </a:stretch>
        </p:blipFill>
        <p:spPr>
          <a:xfrm>
            <a:off x="2202426" y="1130904"/>
            <a:ext cx="8219768" cy="24480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E71CA9E-348E-DFF4-5EF1-126573AB7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21" r="73145" b="28019"/>
          <a:stretch>
            <a:fillRect/>
          </a:stretch>
        </p:blipFill>
        <p:spPr>
          <a:xfrm>
            <a:off x="2202426" y="3808895"/>
            <a:ext cx="3274142" cy="117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31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73ACE-DA1B-F424-B6D5-B41B182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12EBF8-C991-4A85-02B3-CCE0885A7B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97BB1-DAC5-B3C8-54A4-5DCAE8E2D14C}"/>
              </a:ext>
            </a:extLst>
          </p:cNvPr>
          <p:cNvSpPr txBox="1"/>
          <p:nvPr/>
        </p:nvSpPr>
        <p:spPr>
          <a:xfrm>
            <a:off x="2900517" y="230925"/>
            <a:ext cx="527992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Identify the highest-priced pizza.</a:t>
            </a:r>
          </a:p>
          <a:p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BFC48B-3BF9-7D70-2AF3-6269717109F2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B22E5-D658-B108-EB6D-811C4B341637}"/>
              </a:ext>
            </a:extLst>
          </p:cNvPr>
          <p:cNvSpPr txBox="1"/>
          <p:nvPr/>
        </p:nvSpPr>
        <p:spPr>
          <a:xfrm>
            <a:off x="324465" y="5511845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INSIGHT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39DEBB-736B-4AD0-4701-BEFC06B8BD5F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459ACB-6073-B1E2-61A5-A97B72D19F60}"/>
              </a:ext>
            </a:extLst>
          </p:cNvPr>
          <p:cNvSpPr txBox="1"/>
          <p:nvPr/>
        </p:nvSpPr>
        <p:spPr>
          <a:xfrm>
            <a:off x="2344993" y="5511845"/>
            <a:ext cx="943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The highest –priced pizza is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Aptos Display" panose="020B0004020202020204" pitchFamily="34" charset="0"/>
              </a:rPr>
              <a:t>Greek pizza~$36.</a:t>
            </a:r>
            <a:endParaRPr lang="en-IN" sz="3200" b="1" dirty="0">
              <a:solidFill>
                <a:schemeClr val="accent2">
                  <a:lumMod val="50000"/>
                </a:schemeClr>
              </a:solidFill>
              <a:highlight>
                <a:srgbClr val="FFFF00"/>
              </a:highlight>
              <a:latin typeface="Aptos Display" panose="020B00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68B287-F2FC-0DE8-9DDC-366602A17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90" b="47061"/>
          <a:stretch>
            <a:fillRect/>
          </a:stretch>
        </p:blipFill>
        <p:spPr>
          <a:xfrm>
            <a:off x="2448231" y="1133605"/>
            <a:ext cx="8318092" cy="22953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B4465F-4B27-AD83-419C-AE706C65F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22" r="70887" b="5070"/>
          <a:stretch>
            <a:fillRect/>
          </a:stretch>
        </p:blipFill>
        <p:spPr>
          <a:xfrm>
            <a:off x="2448231" y="3717950"/>
            <a:ext cx="3549445" cy="130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25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7352-CDAF-8EC2-83D9-34E4C444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8CD0AF-CE73-1B3F-C270-86AD4B6124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7A769-3493-6F34-441C-E49BCD34E701}"/>
              </a:ext>
            </a:extLst>
          </p:cNvPr>
          <p:cNvSpPr txBox="1"/>
          <p:nvPr/>
        </p:nvSpPr>
        <p:spPr>
          <a:xfrm>
            <a:off x="2556385" y="188422"/>
            <a:ext cx="727587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Identify the most common pizza size ordered.</a:t>
            </a: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EEDCD-9C40-A247-5D71-EBAC7B146E6F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9A7C84-8D14-BF1E-AFB7-46087476E70C}"/>
              </a:ext>
            </a:extLst>
          </p:cNvPr>
          <p:cNvSpPr txBox="1"/>
          <p:nvPr/>
        </p:nvSpPr>
        <p:spPr>
          <a:xfrm>
            <a:off x="324465" y="5511845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INSIGHT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97177-BC12-0FDC-C334-540535AE0E6E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DDDC7C-5843-BDDD-5BB9-3FC2877EC442}"/>
              </a:ext>
            </a:extLst>
          </p:cNvPr>
          <p:cNvSpPr txBox="1"/>
          <p:nvPr/>
        </p:nvSpPr>
        <p:spPr>
          <a:xfrm>
            <a:off x="2236838" y="5511845"/>
            <a:ext cx="943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The most common pizza size ordered is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Aptos Display" panose="020B0004020202020204" pitchFamily="34" charset="0"/>
              </a:rPr>
              <a:t>LARGE-1654 </a:t>
            </a:r>
            <a:endParaRPr lang="en-IN" sz="3200" b="1" dirty="0">
              <a:solidFill>
                <a:schemeClr val="accent2">
                  <a:lumMod val="50000"/>
                </a:schemeClr>
              </a:solidFill>
              <a:highlight>
                <a:srgbClr val="FFFF00"/>
              </a:highlight>
              <a:latin typeface="Aptos Display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D044D-6A43-6189-7038-88DA1E882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90" b="36954"/>
          <a:stretch>
            <a:fillRect/>
          </a:stretch>
        </p:blipFill>
        <p:spPr>
          <a:xfrm>
            <a:off x="2344993" y="1049092"/>
            <a:ext cx="7487265" cy="24905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642572-BFFA-7BE6-77DB-35A0B15BE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" t="71779" r="74940" b="-611"/>
          <a:stretch>
            <a:fillRect/>
          </a:stretch>
        </p:blipFill>
        <p:spPr>
          <a:xfrm>
            <a:off x="2344993" y="3766753"/>
            <a:ext cx="3519950" cy="151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93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4E3B-44B8-A29D-2C38-C8CFE5D07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14067C-4CF8-CA8C-FE2A-6A96ECF5C9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28FF2-2E14-C590-A7F7-06742A161215}"/>
              </a:ext>
            </a:extLst>
          </p:cNvPr>
          <p:cNvSpPr txBox="1"/>
          <p:nvPr/>
        </p:nvSpPr>
        <p:spPr>
          <a:xfrm>
            <a:off x="737419" y="188422"/>
            <a:ext cx="1082531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List the top 5 most ordered pizza types along with their quantities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1D12F-92B8-15F5-66C2-645D39D3374E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78235-FC85-3481-18AB-D52C1A89D465}"/>
              </a:ext>
            </a:extLst>
          </p:cNvPr>
          <p:cNvSpPr txBox="1"/>
          <p:nvPr/>
        </p:nvSpPr>
        <p:spPr>
          <a:xfrm>
            <a:off x="324465" y="5511845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INSIGHT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58F911-73EE-203C-F308-F7E6C4F63FE0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F09696-E90F-58B4-4649-F223A6CD5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36" b="37026"/>
          <a:stretch>
            <a:fillRect/>
          </a:stretch>
        </p:blipFill>
        <p:spPr>
          <a:xfrm>
            <a:off x="2123765" y="840271"/>
            <a:ext cx="7865809" cy="2464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0D97F5-D66E-757E-BAA0-C3C0767FF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87" t="64204" r="68306" b="13574"/>
          <a:stretch>
            <a:fillRect/>
          </a:stretch>
        </p:blipFill>
        <p:spPr>
          <a:xfrm>
            <a:off x="2123766" y="3429000"/>
            <a:ext cx="5715287" cy="1566040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59AC496-C4D1-CCB2-1857-1C3F7FB34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355431"/>
              </p:ext>
            </p:extLst>
          </p:nvPr>
        </p:nvGraphicFramePr>
        <p:xfrm>
          <a:off x="2123765" y="5012120"/>
          <a:ext cx="5715288" cy="1828800"/>
        </p:xfrm>
        <a:graphic>
          <a:graphicData uri="http://schemas.openxmlformats.org/drawingml/2006/table">
            <a:tbl>
              <a:tblPr firstCol="1" bandRow="1">
                <a:tableStyleId>{00A15C55-8517-42AA-B614-E9B94910E393}</a:tableStyleId>
              </a:tblPr>
              <a:tblGrid>
                <a:gridCol w="2857644">
                  <a:extLst>
                    <a:ext uri="{9D8B030D-6E8A-4147-A177-3AD203B41FA5}">
                      <a16:colId xmlns:a16="http://schemas.microsoft.com/office/drawing/2014/main" val="1510039188"/>
                    </a:ext>
                  </a:extLst>
                </a:gridCol>
                <a:gridCol w="2857644">
                  <a:extLst>
                    <a:ext uri="{9D8B030D-6E8A-4147-A177-3AD203B41FA5}">
                      <a16:colId xmlns:a16="http://schemas.microsoft.com/office/drawing/2014/main" val="2126043621"/>
                    </a:ext>
                  </a:extLst>
                </a:gridCol>
              </a:tblGrid>
              <a:tr h="28938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 Display" panose="020B0004020202020204" pitchFamily="34" charset="0"/>
                        </a:rPr>
                        <a:t>Pepperoni 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244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735955"/>
                  </a:ext>
                </a:extLst>
              </a:tr>
              <a:tr h="33920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 Display" panose="020B0004020202020204" pitchFamily="34" charset="0"/>
                        </a:rPr>
                        <a:t>Barbecue Chicken Pizza</a:t>
                      </a:r>
                      <a:endParaRPr lang="en-IN" sz="18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215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094408"/>
                  </a:ext>
                </a:extLst>
              </a:tr>
              <a:tr h="33920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 Display" panose="020B0004020202020204" pitchFamily="34" charset="0"/>
                        </a:rPr>
                        <a:t>California Chicken Pizza</a:t>
                      </a:r>
                      <a:endParaRPr lang="en-IN" sz="18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211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743968"/>
                  </a:ext>
                </a:extLst>
              </a:tr>
              <a:tr h="28938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 Display" panose="020B0004020202020204" pitchFamily="34" charset="0"/>
                        </a:rPr>
                        <a:t>Thai Chicken Pizza</a:t>
                      </a:r>
                      <a:endParaRPr lang="en-IN" sz="18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205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658320"/>
                  </a:ext>
                </a:extLst>
              </a:tr>
              <a:tr h="28938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ptos Display" panose="020B0004020202020204" pitchFamily="34" charset="0"/>
                        </a:rPr>
                        <a:t>Classic Deluxe Pizza</a:t>
                      </a:r>
                      <a:endParaRPr lang="en-IN" sz="18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199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923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2267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A652-021E-CD09-D197-98A7CA4C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50D4C9-9D78-36A7-9950-72A7F943BD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52599-4D77-27EE-CEC4-A40447259A46}"/>
              </a:ext>
            </a:extLst>
          </p:cNvPr>
          <p:cNvSpPr txBox="1"/>
          <p:nvPr/>
        </p:nvSpPr>
        <p:spPr>
          <a:xfrm>
            <a:off x="1966452" y="115049"/>
            <a:ext cx="11749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The total quantity of each pizza category ordered.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BC133-3750-57DD-7613-A6D4F0891787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9E25E7-D665-C56D-06B9-535C70EC4CA2}"/>
              </a:ext>
            </a:extLst>
          </p:cNvPr>
          <p:cNvSpPr txBox="1"/>
          <p:nvPr/>
        </p:nvSpPr>
        <p:spPr>
          <a:xfrm>
            <a:off x="324465" y="5511845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INSIGHT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30EF8C-A01E-A5D6-12FF-3A5BB258A5EA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F5BE7C-C5CE-62CB-970E-61AA71561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5" r="30564" b="36677"/>
          <a:stretch>
            <a:fillRect/>
          </a:stretch>
        </p:blipFill>
        <p:spPr>
          <a:xfrm>
            <a:off x="2123766" y="761381"/>
            <a:ext cx="7993628" cy="2600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C0E2DE-E685-6668-33EC-C07B69593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7" t="64615" r="74758" b="17654"/>
          <a:stretch>
            <a:fillRect/>
          </a:stretch>
        </p:blipFill>
        <p:spPr>
          <a:xfrm>
            <a:off x="2123765" y="3787019"/>
            <a:ext cx="4719488" cy="1383289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429D3E9-C728-00D8-50F2-01053B29F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593817"/>
              </p:ext>
            </p:extLst>
          </p:nvPr>
        </p:nvGraphicFramePr>
        <p:xfrm>
          <a:off x="2123765" y="5170308"/>
          <a:ext cx="4719488" cy="1687692"/>
        </p:xfrm>
        <a:graphic>
          <a:graphicData uri="http://schemas.openxmlformats.org/drawingml/2006/table">
            <a:tbl>
              <a:tblPr firstCol="1" bandRow="1">
                <a:tableStyleId>{00A15C55-8517-42AA-B614-E9B94910E393}</a:tableStyleId>
              </a:tblPr>
              <a:tblGrid>
                <a:gridCol w="2359744">
                  <a:extLst>
                    <a:ext uri="{9D8B030D-6E8A-4147-A177-3AD203B41FA5}">
                      <a16:colId xmlns:a16="http://schemas.microsoft.com/office/drawing/2014/main" val="868372587"/>
                    </a:ext>
                  </a:extLst>
                </a:gridCol>
                <a:gridCol w="2359744">
                  <a:extLst>
                    <a:ext uri="{9D8B030D-6E8A-4147-A177-3AD203B41FA5}">
                      <a16:colId xmlns:a16="http://schemas.microsoft.com/office/drawing/2014/main" val="2268653312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Classic 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1297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510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Supreme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1082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09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Veggie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1041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999364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Chicken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943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949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573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46641-9C3C-CD14-7167-CF6B7971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FD7D55-8B27-214D-2822-F8154668E0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3AD9E-0072-0B57-B3D8-41F89BC00BAD}"/>
              </a:ext>
            </a:extLst>
          </p:cNvPr>
          <p:cNvSpPr txBox="1"/>
          <p:nvPr/>
        </p:nvSpPr>
        <p:spPr>
          <a:xfrm>
            <a:off x="1482212" y="154026"/>
            <a:ext cx="1094330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Determine the distribution of orders by hour of the day.</a:t>
            </a: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FCC2E-6EC9-257A-7C31-9C3D6AAC7801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ADCA8-B672-D63E-8339-E9A8CC0F6784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38CFC0-A1FF-86F1-582C-A858EBE1B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32" b="52400"/>
          <a:stretch>
            <a:fillRect/>
          </a:stretch>
        </p:blipFill>
        <p:spPr>
          <a:xfrm>
            <a:off x="2236838" y="1085248"/>
            <a:ext cx="8087033" cy="23558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4DBA70-B292-E245-7AA4-3E05398AB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60778" r="70726" b="2708"/>
          <a:stretch>
            <a:fillRect/>
          </a:stretch>
        </p:blipFill>
        <p:spPr>
          <a:xfrm>
            <a:off x="2236838" y="3572529"/>
            <a:ext cx="3352800" cy="235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293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6509-D91C-4823-2F6E-75B255712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046FD4-D11E-2135-F24F-03AFF2BC30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946474-0C80-9D09-FC80-25B4E04A1B1A}"/>
              </a:ext>
            </a:extLst>
          </p:cNvPr>
          <p:cNvSpPr txBox="1"/>
          <p:nvPr/>
        </p:nvSpPr>
        <p:spPr>
          <a:xfrm>
            <a:off x="742335" y="230925"/>
            <a:ext cx="10889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Join relevant tables to find the category-wise distribution of pizzas.</a:t>
            </a:r>
          </a:p>
          <a:p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4B47D-E8F7-B141-CFA5-76D1E7E4B599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6D0E2-2B45-A5BF-C3CC-5275E914EB25}"/>
              </a:ext>
            </a:extLst>
          </p:cNvPr>
          <p:cNvSpPr txBox="1"/>
          <p:nvPr/>
        </p:nvSpPr>
        <p:spPr>
          <a:xfrm>
            <a:off x="324465" y="5511845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INSIGHT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5F967-4372-03E3-998E-5A0C9CE86772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1B086A-6839-EE6B-CB68-42C85852B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645" b="58512"/>
          <a:stretch>
            <a:fillRect/>
          </a:stretch>
        </p:blipFill>
        <p:spPr>
          <a:xfrm>
            <a:off x="2123766" y="1018841"/>
            <a:ext cx="8367253" cy="2582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8EDCAA-51E2-649E-C470-758CD9184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" t="59901" r="73548" b="3696"/>
          <a:stretch>
            <a:fillRect/>
          </a:stretch>
        </p:blipFill>
        <p:spPr>
          <a:xfrm>
            <a:off x="2123766" y="3797497"/>
            <a:ext cx="4316363" cy="1556351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3E5AEDB-89E2-DDEC-0682-F7A8A3ABC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050712"/>
              </p:ext>
            </p:extLst>
          </p:nvPr>
        </p:nvGraphicFramePr>
        <p:xfrm>
          <a:off x="2123765" y="5170308"/>
          <a:ext cx="4719488" cy="1687692"/>
        </p:xfrm>
        <a:graphic>
          <a:graphicData uri="http://schemas.openxmlformats.org/drawingml/2006/table">
            <a:tbl>
              <a:tblPr firstCol="1" bandRow="1">
                <a:tableStyleId>{00A15C55-8517-42AA-B614-E9B94910E393}</a:tableStyleId>
              </a:tblPr>
              <a:tblGrid>
                <a:gridCol w="2359744">
                  <a:extLst>
                    <a:ext uri="{9D8B030D-6E8A-4147-A177-3AD203B41FA5}">
                      <a16:colId xmlns:a16="http://schemas.microsoft.com/office/drawing/2014/main" val="868372587"/>
                    </a:ext>
                  </a:extLst>
                </a:gridCol>
                <a:gridCol w="2359744">
                  <a:extLst>
                    <a:ext uri="{9D8B030D-6E8A-4147-A177-3AD203B41FA5}">
                      <a16:colId xmlns:a16="http://schemas.microsoft.com/office/drawing/2014/main" val="2268653312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Classic 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6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510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Supreme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8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09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Veggie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9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999364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Chicken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9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949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2928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93CB2-6CE6-9A37-FBAD-A96B836B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C87B22-02FC-0468-A404-E34497DBD6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8189CF-7E36-0E7C-AD74-CF2B29512FC4}"/>
              </a:ext>
            </a:extLst>
          </p:cNvPr>
          <p:cNvSpPr txBox="1"/>
          <p:nvPr/>
        </p:nvSpPr>
        <p:spPr>
          <a:xfrm>
            <a:off x="101600" y="230925"/>
            <a:ext cx="1193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latin typeface="Agency FB" panose="020B0503020202020204" pitchFamily="34" charset="0"/>
                <a:cs typeface="Arial" panose="020B0604020202020204" pitchFamily="34" charset="0"/>
              </a:rPr>
              <a:t>Group the orders by date and calculate the average number of pizzas ordered per day.</a:t>
            </a: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17114-3072-B8C2-BF75-9A24507E1D20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B60AD-48E1-9ED0-3276-756728ED8C0C}"/>
              </a:ext>
            </a:extLst>
          </p:cNvPr>
          <p:cNvSpPr txBox="1"/>
          <p:nvPr/>
        </p:nvSpPr>
        <p:spPr>
          <a:xfrm>
            <a:off x="324465" y="5511845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INSIGHT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A8CB23-8CF9-8470-5704-9339FD66D6B1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37CB15-A225-17C6-8AEC-FF677F6C9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833" b="39618"/>
          <a:stretch>
            <a:fillRect/>
          </a:stretch>
        </p:blipFill>
        <p:spPr>
          <a:xfrm>
            <a:off x="2123765" y="1419735"/>
            <a:ext cx="8483275" cy="20437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80FCFF-6E42-A7B6-3376-C92479DE9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40" r="73833" b="4253"/>
          <a:stretch>
            <a:fillRect/>
          </a:stretch>
        </p:blipFill>
        <p:spPr>
          <a:xfrm>
            <a:off x="2123765" y="3544462"/>
            <a:ext cx="3271195" cy="17787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B8CACC9-8CCD-4781-092F-F5DC7E81BB23}"/>
              </a:ext>
            </a:extLst>
          </p:cNvPr>
          <p:cNvSpPr txBox="1"/>
          <p:nvPr/>
        </p:nvSpPr>
        <p:spPr>
          <a:xfrm>
            <a:off x="2012005" y="5511845"/>
            <a:ext cx="8981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Average number of pizzas ordered per day =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Aptos Display" panose="020B0004020202020204" pitchFamily="34" charset="0"/>
              </a:rPr>
              <a:t>136</a:t>
            </a:r>
            <a:endParaRPr lang="en-IN" sz="3200" b="1" dirty="0">
              <a:solidFill>
                <a:schemeClr val="accent2">
                  <a:lumMod val="50000"/>
                </a:schemeClr>
              </a:solidFill>
              <a:highlight>
                <a:srgbClr val="FFFF00"/>
              </a:highlight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666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01322-31D8-9357-031B-E9B2AF96B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2CA347-37AA-8BD4-8709-6DBCCA10D3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0EB630-5A8C-D7C6-0796-E4CCF913047A}"/>
              </a:ext>
            </a:extLst>
          </p:cNvPr>
          <p:cNvSpPr txBox="1"/>
          <p:nvPr/>
        </p:nvSpPr>
        <p:spPr>
          <a:xfrm>
            <a:off x="892772" y="140506"/>
            <a:ext cx="11623694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Determine the top 3 most ordered pizza types based on revenue.</a:t>
            </a: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38FD6E-8843-2210-9267-307351B51E2C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98DA7-A52B-D46C-9A2E-5DFFAD70CEEC}"/>
              </a:ext>
            </a:extLst>
          </p:cNvPr>
          <p:cNvSpPr txBox="1"/>
          <p:nvPr/>
        </p:nvSpPr>
        <p:spPr>
          <a:xfrm>
            <a:off x="324465" y="5511845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INSIGHT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F99BC-2CFE-07B0-F367-800D9E41622B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13D632-0FA1-8D70-2E22-96B68B6C1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84" b="36285"/>
          <a:stretch>
            <a:fillRect/>
          </a:stretch>
        </p:blipFill>
        <p:spPr>
          <a:xfrm>
            <a:off x="2123766" y="865714"/>
            <a:ext cx="7507914" cy="29213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0B4358-D4EC-BC40-F4C8-DA783906B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584" r="71167" b="4187"/>
          <a:stretch>
            <a:fillRect/>
          </a:stretch>
        </p:blipFill>
        <p:spPr>
          <a:xfrm>
            <a:off x="2123765" y="3787020"/>
            <a:ext cx="3972234" cy="1354723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46F1CF3-825E-FDB1-B7BA-6B87A0B1C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272589"/>
              </p:ext>
            </p:extLst>
          </p:nvPr>
        </p:nvGraphicFramePr>
        <p:xfrm>
          <a:off x="2133600" y="5170308"/>
          <a:ext cx="5557520" cy="1687691"/>
        </p:xfrm>
        <a:graphic>
          <a:graphicData uri="http://schemas.openxmlformats.org/drawingml/2006/table">
            <a:tbl>
              <a:tblPr firstCol="1" bandRow="1">
                <a:tableStyleId>{00A15C55-8517-42AA-B614-E9B94910E393}</a:tableStyleId>
              </a:tblPr>
              <a:tblGrid>
                <a:gridCol w="3058160">
                  <a:extLst>
                    <a:ext uri="{9D8B030D-6E8A-4147-A177-3AD203B41FA5}">
                      <a16:colId xmlns:a16="http://schemas.microsoft.com/office/drawing/2014/main" val="868372587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268653312"/>
                    </a:ext>
                  </a:extLst>
                </a:gridCol>
              </a:tblGrid>
              <a:tr h="547072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Barbeque Chicken Pizza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3845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510580"/>
                  </a:ext>
                </a:extLst>
              </a:tr>
              <a:tr h="547072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Thai Chicken Pizza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3774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092"/>
                  </a:ext>
                </a:extLst>
              </a:tr>
              <a:tr h="593547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California Chicken Pizza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3630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999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4760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BC12C-6FE5-F63C-C51D-3301488EC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68C85B-CB49-8B9B-6530-BF71FF38BE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2A581-697C-54B4-AA77-E1A301E246B9}"/>
              </a:ext>
            </a:extLst>
          </p:cNvPr>
          <p:cNvSpPr txBox="1"/>
          <p:nvPr/>
        </p:nvSpPr>
        <p:spPr>
          <a:xfrm>
            <a:off x="254000" y="184757"/>
            <a:ext cx="119380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Calculate the percentage contribution of each pizza type to total revenue.</a:t>
            </a: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25C08C-4B40-250C-20D9-BEC70753BE0C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A3179-3283-0247-3334-DA8E4B01748A}"/>
              </a:ext>
            </a:extLst>
          </p:cNvPr>
          <p:cNvSpPr txBox="1"/>
          <p:nvPr/>
        </p:nvSpPr>
        <p:spPr>
          <a:xfrm>
            <a:off x="324465" y="5511845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INSIGHT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F0AE5-C1C0-0FED-949A-BC024F368093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7E9FC2-8847-D25E-85A0-622821627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00" b="24951"/>
          <a:stretch>
            <a:fillRect/>
          </a:stretch>
        </p:blipFill>
        <p:spPr>
          <a:xfrm>
            <a:off x="2133600" y="858212"/>
            <a:ext cx="9337367" cy="25707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32825A-96EA-61E6-9E27-57B8FD21C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919" r="73083" b="3918"/>
          <a:stretch>
            <a:fillRect/>
          </a:stretch>
        </p:blipFill>
        <p:spPr>
          <a:xfrm>
            <a:off x="2133600" y="3477881"/>
            <a:ext cx="3281680" cy="1434132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0A7BCDB-D273-E606-E6D6-30A8DF67E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287307"/>
              </p:ext>
            </p:extLst>
          </p:nvPr>
        </p:nvGraphicFramePr>
        <p:xfrm>
          <a:off x="2133600" y="5041160"/>
          <a:ext cx="4719488" cy="1687692"/>
        </p:xfrm>
        <a:graphic>
          <a:graphicData uri="http://schemas.openxmlformats.org/drawingml/2006/table">
            <a:tbl>
              <a:tblPr firstCol="1" bandRow="1">
                <a:tableStyleId>{00A15C55-8517-42AA-B614-E9B94910E393}</a:tableStyleId>
              </a:tblPr>
              <a:tblGrid>
                <a:gridCol w="2359744">
                  <a:extLst>
                    <a:ext uri="{9D8B030D-6E8A-4147-A177-3AD203B41FA5}">
                      <a16:colId xmlns:a16="http://schemas.microsoft.com/office/drawing/2014/main" val="868372587"/>
                    </a:ext>
                  </a:extLst>
                </a:gridCol>
                <a:gridCol w="2359744">
                  <a:extLst>
                    <a:ext uri="{9D8B030D-6E8A-4147-A177-3AD203B41FA5}">
                      <a16:colId xmlns:a16="http://schemas.microsoft.com/office/drawing/2014/main" val="2268653312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Classic 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27%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510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Supreme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26%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09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Veggie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24%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999364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r>
                        <a:rPr lang="en-US" dirty="0">
                          <a:latin typeface="Aptos Display" panose="020B0004020202020204" pitchFamily="34" charset="0"/>
                        </a:rPr>
                        <a:t>Chicken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ptos Display" panose="020B0004020202020204" pitchFamily="34" charset="0"/>
                        </a:rPr>
                        <a:t>23%</a:t>
                      </a:r>
                      <a:endParaRPr lang="en-IN" b="1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949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246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87BB9-C9C6-AD9B-B72E-3C42515C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B962D2-F791-5AF1-CB2A-3C12917FCF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974A2-314B-ED28-F78D-2226CF0ED96F}"/>
              </a:ext>
            </a:extLst>
          </p:cNvPr>
          <p:cNvSpPr txBox="1"/>
          <p:nvPr/>
        </p:nvSpPr>
        <p:spPr>
          <a:xfrm>
            <a:off x="1940560" y="129148"/>
            <a:ext cx="857504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Analyze the cumulative revenue generated over time.</a:t>
            </a: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A3B4F-619C-EEBE-3CED-4F8E6E4C0B9C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53719-2B19-568E-CDC3-89A82F7BABDA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4E9986-A81E-4309-3427-A77CD46AF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83" b="52487"/>
          <a:stretch>
            <a:fillRect/>
          </a:stretch>
        </p:blipFill>
        <p:spPr>
          <a:xfrm>
            <a:off x="2047077" y="850523"/>
            <a:ext cx="7855995" cy="24717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394E11-EABE-62AC-B6AE-4389B6041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15" r="70000" b="2740"/>
          <a:stretch>
            <a:fillRect/>
          </a:stretch>
        </p:blipFill>
        <p:spPr>
          <a:xfrm>
            <a:off x="2047076" y="3479801"/>
            <a:ext cx="4221643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679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78CC-28A1-E962-9A32-560D6729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E6C8DE-AEFE-F16A-67C7-FD9E4187D7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2D4AC6-266B-D580-645D-90F662861742}"/>
              </a:ext>
            </a:extLst>
          </p:cNvPr>
          <p:cNvSpPr txBox="1"/>
          <p:nvPr/>
        </p:nvSpPr>
        <p:spPr>
          <a:xfrm>
            <a:off x="254000" y="184757"/>
            <a:ext cx="119380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Arial" panose="020B0604020202020204" pitchFamily="34" charset="0"/>
              </a:rPr>
              <a:t>Determine the top 3 most ordered pizza types based on revenue for each pizza category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D4FCCB-73B6-FE30-42B7-79F40BAACEF8}"/>
              </a:ext>
            </a:extLst>
          </p:cNvPr>
          <p:cNvSpPr txBox="1"/>
          <p:nvPr/>
        </p:nvSpPr>
        <p:spPr>
          <a:xfrm>
            <a:off x="324466" y="1769807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SQL QUERY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8D6B5-604B-A98F-C964-8FF94C2EA59E}"/>
              </a:ext>
            </a:extLst>
          </p:cNvPr>
          <p:cNvSpPr txBox="1"/>
          <p:nvPr/>
        </p:nvSpPr>
        <p:spPr>
          <a:xfrm>
            <a:off x="324465" y="3787020"/>
            <a:ext cx="1799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OUTPUT</a:t>
            </a:r>
            <a:endParaRPr lang="en-IN" sz="3200" b="1" dirty="0">
              <a:latin typeface="Agency FB" panose="020B0503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35E4BA-37C4-E764-122F-8549B7F93794}"/>
              </a:ext>
            </a:extLst>
          </p:cNvPr>
          <p:cNvGrpSpPr/>
          <p:nvPr/>
        </p:nvGrpSpPr>
        <p:grpSpPr>
          <a:xfrm>
            <a:off x="2783840" y="1015337"/>
            <a:ext cx="7183120" cy="2601623"/>
            <a:chOff x="2783840" y="1015336"/>
            <a:chExt cx="5364480" cy="35313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65BE043-6AD8-C581-2BF9-7A5653620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4583" b="37478"/>
            <a:stretch>
              <a:fillRect/>
            </a:stretch>
          </p:blipFill>
          <p:spPr>
            <a:xfrm>
              <a:off x="2783840" y="1015336"/>
              <a:ext cx="5364480" cy="267849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6E1A66-67DF-8B9F-6FCD-2AFE7D71C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0" t="45491" r="31833" b="38193"/>
            <a:stretch>
              <a:fillRect/>
            </a:stretch>
          </p:blipFill>
          <p:spPr>
            <a:xfrm>
              <a:off x="2783840" y="3693828"/>
              <a:ext cx="5364480" cy="852893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64C3C4-AC72-051B-C181-BAF36BCC36BE}"/>
              </a:ext>
            </a:extLst>
          </p:cNvPr>
          <p:cNvGrpSpPr/>
          <p:nvPr/>
        </p:nvGrpSpPr>
        <p:grpSpPr>
          <a:xfrm>
            <a:off x="2783840" y="3751618"/>
            <a:ext cx="4094480" cy="2579498"/>
            <a:chOff x="2783840" y="3751618"/>
            <a:chExt cx="4094480" cy="257949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A05A594-6C4A-7348-1076-9E35D3165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112" r="66417" b="3661"/>
            <a:stretch>
              <a:fillRect/>
            </a:stretch>
          </p:blipFill>
          <p:spPr>
            <a:xfrm>
              <a:off x="2783840" y="3751618"/>
              <a:ext cx="4094480" cy="205261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DE330CE-9F67-08BB-1AC0-C83B6C1DA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5299" r="67083" b="4593"/>
            <a:stretch>
              <a:fillRect/>
            </a:stretch>
          </p:blipFill>
          <p:spPr>
            <a:xfrm>
              <a:off x="2783840" y="5680876"/>
              <a:ext cx="4094480" cy="650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45286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62B4-CFD5-F5B9-9A7A-D08A48A2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76D62F-4E9F-9056-A763-909D7507EC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32F093-B30C-5C34-5DD5-3546173A815C}"/>
              </a:ext>
            </a:extLst>
          </p:cNvPr>
          <p:cNvSpPr/>
          <p:nvPr/>
        </p:nvSpPr>
        <p:spPr>
          <a:xfrm>
            <a:off x="965200" y="2052934"/>
            <a:ext cx="9997440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53188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444</Words>
  <Application>Microsoft Office PowerPoint</Application>
  <PresentationFormat>Widescreen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Agency FB</vt:lpstr>
      <vt:lpstr>Algerian</vt:lpstr>
      <vt:lpstr>Aptos Display</vt:lpstr>
      <vt:lpstr>Arial</vt:lpstr>
      <vt:lpstr>Calibri</vt:lpstr>
      <vt:lpstr>Calibri Light</vt:lpstr>
      <vt:lpstr>Office Theme</vt:lpstr>
      <vt:lpstr>PowerPoint Presentation</vt:lpstr>
      <vt:lpstr>                  Bussiness Questions answered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Shivali Jain</dc:creator>
  <cp:lastModifiedBy>Shivali Jain</cp:lastModifiedBy>
  <cp:revision>2</cp:revision>
  <dcterms:created xsi:type="dcterms:W3CDTF">2026-07-13T06:17:58Z</dcterms:created>
  <dcterms:modified xsi:type="dcterms:W3CDTF">2026-10-18T10:00:32Z</dcterms:modified>
</cp:coreProperties>
</file>